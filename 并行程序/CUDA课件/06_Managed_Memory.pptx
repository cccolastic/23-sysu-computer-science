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21" r:id="rId2"/>
    <p:sldId id="322" r:id="rId3"/>
    <p:sldId id="258" r:id="rId4"/>
    <p:sldId id="323" r:id="rId5"/>
    <p:sldId id="260" r:id="rId6"/>
    <p:sldId id="261" r:id="rId7"/>
    <p:sldId id="324" r:id="rId8"/>
    <p:sldId id="325" r:id="rId9"/>
    <p:sldId id="264" r:id="rId10"/>
  </p:sldIdLst>
  <p:sldSz cx="10972800" cy="6172200"/>
  <p:notesSz cx="10972800" cy="6172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uyuan DENG" initials="XD" lastIdx="1" clrIdx="0"/>
  <p:cmAuthor id="2" name="Betty Mo" initials="BM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71" autoAdjust="0"/>
    <p:restoredTop sz="75791" autoAdjust="0"/>
  </p:normalViewPr>
  <p:slideViewPr>
    <p:cSldViewPr>
      <p:cViewPr varScale="1">
        <p:scale>
          <a:sx n="80" d="100"/>
          <a:sy n="80" d="100"/>
        </p:scale>
        <p:origin x="11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60900f52fed158ba" providerId="LiveId" clId="{452C2384-789B-4A30-9E84-22276F0A7E91}"/>
    <pc:docChg chg="undo modSld">
      <pc:chgData name="" userId="60900f52fed158ba" providerId="LiveId" clId="{452C2384-789B-4A30-9E84-22276F0A7E91}" dt="2025-06-17T14:48:40.323" v="35" actId="1076"/>
      <pc:docMkLst>
        <pc:docMk/>
      </pc:docMkLst>
      <pc:sldChg chg="modSp">
        <pc:chgData name="" userId="60900f52fed158ba" providerId="LiveId" clId="{452C2384-789B-4A30-9E84-22276F0A7E91}" dt="2025-06-17T14:47:32.167" v="22" actId="20577"/>
        <pc:sldMkLst>
          <pc:docMk/>
          <pc:sldMk cId="0" sldId="290"/>
        </pc:sldMkLst>
        <pc:spChg chg="mod">
          <ac:chgData name="" userId="60900f52fed158ba" providerId="LiveId" clId="{452C2384-789B-4A30-9E84-22276F0A7E91}" dt="2025-06-17T14:47:32.167" v="22" actId="20577"/>
          <ac:spMkLst>
            <pc:docMk/>
            <pc:sldMk cId="0" sldId="290"/>
            <ac:spMk id="3" creationId="{00000000-0000-0000-0000-000000000000}"/>
          </ac:spMkLst>
        </pc:spChg>
        <pc:spChg chg="mod">
          <ac:chgData name="" userId="60900f52fed158ba" providerId="LiveId" clId="{452C2384-789B-4A30-9E84-22276F0A7E91}" dt="2025-06-17T14:47:09.881" v="21" actId="20577"/>
          <ac:spMkLst>
            <pc:docMk/>
            <pc:sldMk cId="0" sldId="290"/>
            <ac:spMk id="16" creationId="{00000000-0000-0000-0000-000000000000}"/>
          </ac:spMkLst>
        </pc:spChg>
      </pc:sldChg>
      <pc:sldChg chg="modSp">
        <pc:chgData name="" userId="60900f52fed158ba" providerId="LiveId" clId="{452C2384-789B-4A30-9E84-22276F0A7E91}" dt="2025-06-17T14:48:40.323" v="35" actId="1076"/>
        <pc:sldMkLst>
          <pc:docMk/>
          <pc:sldMk cId="0" sldId="291"/>
        </pc:sldMkLst>
        <pc:spChg chg="mod">
          <ac:chgData name="" userId="60900f52fed158ba" providerId="LiveId" clId="{452C2384-789B-4A30-9E84-22276F0A7E91}" dt="2025-06-17T14:48:40.323" v="35" actId="1076"/>
          <ac:spMkLst>
            <pc:docMk/>
            <pc:sldMk cId="0" sldId="291"/>
            <ac:spMk id="6" creationId="{00000000-0000-0000-0000-000000000000}"/>
          </ac:spMkLst>
        </pc:spChg>
        <pc:spChg chg="mod">
          <ac:chgData name="" userId="60900f52fed158ba" providerId="LiveId" clId="{452C2384-789B-4A30-9E84-22276F0A7E91}" dt="2025-06-17T14:48:23.394" v="30" actId="1076"/>
          <ac:spMkLst>
            <pc:docMk/>
            <pc:sldMk cId="0" sldId="291"/>
            <ac:spMk id="18" creationId="{00000000-0000-0000-0000-000000000000}"/>
          </ac:spMkLst>
        </pc:spChg>
        <pc:spChg chg="mod">
          <ac:chgData name="" userId="60900f52fed158ba" providerId="LiveId" clId="{452C2384-789B-4A30-9E84-22276F0A7E91}" dt="2025-06-17T14:48:33.491" v="34" actId="1038"/>
          <ac:spMkLst>
            <pc:docMk/>
            <pc:sldMk cId="0" sldId="291"/>
            <ac:spMk id="19" creationId="{00000000-0000-0000-0000-000000000000}"/>
          </ac:spMkLst>
        </pc:spChg>
        <pc:spChg chg="mod">
          <ac:chgData name="" userId="60900f52fed158ba" providerId="LiveId" clId="{452C2384-789B-4A30-9E84-22276F0A7E91}" dt="2025-06-17T14:48:18.733" v="29" actId="1076"/>
          <ac:spMkLst>
            <pc:docMk/>
            <pc:sldMk cId="0" sldId="291"/>
            <ac:spMk id="21" creationId="{00000000-0000-0000-0000-000000000000}"/>
          </ac:spMkLst>
        </pc:spChg>
        <pc:spChg chg="mod">
          <ac:chgData name="" userId="60900f52fed158ba" providerId="LiveId" clId="{452C2384-789B-4A30-9E84-22276F0A7E91}" dt="2025-06-17T14:48:25.838" v="31" actId="1076"/>
          <ac:spMkLst>
            <pc:docMk/>
            <pc:sldMk cId="0" sldId="291"/>
            <ac:spMk id="22" creationId="{00000000-0000-0000-0000-000000000000}"/>
          </ac:spMkLst>
        </pc:spChg>
        <pc:spChg chg="mod">
          <ac:chgData name="" userId="60900f52fed158ba" providerId="LiveId" clId="{452C2384-789B-4A30-9E84-22276F0A7E91}" dt="2025-06-17T14:48:33.491" v="34" actId="1038"/>
          <ac:spMkLst>
            <pc:docMk/>
            <pc:sldMk cId="0" sldId="291"/>
            <ac:spMk id="23" creationId="{00000000-0000-0000-0000-000000000000}"/>
          </ac:spMkLst>
        </pc:spChg>
        <pc:spChg chg="mod">
          <ac:chgData name="" userId="60900f52fed158ba" providerId="LiveId" clId="{452C2384-789B-4A30-9E84-22276F0A7E91}" dt="2025-06-17T14:48:33.491" v="34" actId="1038"/>
          <ac:spMkLst>
            <pc:docMk/>
            <pc:sldMk cId="0" sldId="291"/>
            <ac:spMk id="24" creationId="{00000000-0000-0000-0000-000000000000}"/>
          </ac:spMkLst>
        </pc:spChg>
        <pc:spChg chg="mod">
          <ac:chgData name="" userId="60900f52fed158ba" providerId="LiveId" clId="{452C2384-789B-4A30-9E84-22276F0A7E91}" dt="2025-06-17T14:48:33.491" v="34" actId="1038"/>
          <ac:spMkLst>
            <pc:docMk/>
            <pc:sldMk cId="0" sldId="291"/>
            <ac:spMk id="27" creationId="{00000000-0000-0000-0000-000000000000}"/>
          </ac:spMkLst>
        </pc:spChg>
      </pc:sldChg>
      <pc:sldChg chg="modSp">
        <pc:chgData name="" userId="60900f52fed158ba" providerId="LiveId" clId="{452C2384-789B-4A30-9E84-22276F0A7E91}" dt="2025-06-17T14:44:23.847" v="14" actId="5793"/>
        <pc:sldMkLst>
          <pc:docMk/>
          <pc:sldMk cId="0" sldId="322"/>
        </pc:sldMkLst>
        <pc:spChg chg="mod">
          <ac:chgData name="" userId="60900f52fed158ba" providerId="LiveId" clId="{452C2384-789B-4A30-9E84-22276F0A7E91}" dt="2025-06-17T14:44:23.847" v="14" actId="5793"/>
          <ac:spMkLst>
            <pc:docMk/>
            <pc:sldMk cId="0" sldId="322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2960" y="1917387"/>
            <a:ext cx="9326880" cy="132302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45920" y="3497580"/>
            <a:ext cx="7680960" cy="157734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68671A-1028-4918-B52D-F225EDA688D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1" y="122868"/>
            <a:ext cx="9628567" cy="493522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8640" y="925860"/>
            <a:ext cx="9875520" cy="4073367"/>
          </a:xfrm>
          <a:prstGeom prst="rect">
            <a:avLst/>
          </a:prstGeom>
        </p:spPr>
        <p:txBody>
          <a:bodyPr/>
          <a:lstStyle>
            <a:lvl2pPr marL="882015" indent="-391795">
              <a:buFont typeface="Arial" panose="020B0604020202020204" pitchFamily="34" charset="0"/>
              <a:buChar char="»"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40A734-EF3B-425E-9970-80954DDB080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6777" y="3966215"/>
            <a:ext cx="9326880" cy="1225868"/>
          </a:xfrm>
          <a:prstGeom prst="rect">
            <a:avLst/>
          </a:prstGeo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66777" y="2616042"/>
            <a:ext cx="9326880" cy="135016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F44B76-BDB5-48DA-9429-18FB768FED7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0" y="247174"/>
            <a:ext cx="9875520" cy="10287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48640" y="1440185"/>
            <a:ext cx="4846320" cy="4073367"/>
          </a:xfrm>
          <a:prstGeom prst="rect">
            <a:avLst/>
          </a:prstGeo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577841" y="1440185"/>
            <a:ext cx="4846320" cy="4073367"/>
          </a:xfrm>
          <a:prstGeom prst="rect">
            <a:avLst/>
          </a:prstGeo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D35798-1DC4-447E-97F5-D240AF3B980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0" y="247174"/>
            <a:ext cx="9875520" cy="10287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8640" y="1381602"/>
            <a:ext cx="4848225" cy="5757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8640" y="1957388"/>
            <a:ext cx="4848225" cy="3556159"/>
          </a:xfrm>
          <a:prstGeom prst="rect">
            <a:avLst/>
          </a:prstGeo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574034" y="1381602"/>
            <a:ext cx="4850130" cy="5757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574034" y="1957388"/>
            <a:ext cx="4850130" cy="3556159"/>
          </a:xfrm>
          <a:prstGeom prst="rect">
            <a:avLst/>
          </a:prstGeo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FB9FFA-BBF7-4E6B-ACD4-E99548C5776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0" y="247174"/>
            <a:ext cx="9875520" cy="10287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78C75F-3921-4200-A546-C4950D0184B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94E68-0D6D-410C-8C00-3741D352D06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3" y="245745"/>
            <a:ext cx="3609975" cy="1045845"/>
          </a:xfrm>
          <a:prstGeom prst="rect">
            <a:avLst/>
          </a:prstGeo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0063" y="245750"/>
            <a:ext cx="6134100" cy="5267802"/>
          </a:xfrm>
          <a:prstGeom prst="rect">
            <a:avLst/>
          </a:prstGeo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48643" y="1291593"/>
            <a:ext cx="3609975" cy="42219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5CE17F-E7E8-4836-8B19-28E882EF05B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0745" y="4320541"/>
            <a:ext cx="6583680" cy="510064"/>
          </a:xfrm>
          <a:prstGeom prst="rect">
            <a:avLst/>
          </a:prstGeo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150745" y="551498"/>
            <a:ext cx="6583680" cy="370332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150745" y="4830605"/>
            <a:ext cx="6583680" cy="724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0D8648-5A27-46B1-9DFF-F43427A188E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40" y="247174"/>
            <a:ext cx="9875520" cy="10287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48640" y="1440185"/>
            <a:ext cx="9875520" cy="40733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AFD8D9-97CE-47AB-99B6-669B4E33450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955280" y="247179"/>
            <a:ext cx="2468880" cy="526637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48640" y="247179"/>
            <a:ext cx="7223760" cy="52663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86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2016-04-18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49040" y="5720720"/>
            <a:ext cx="34747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63840" y="5720720"/>
            <a:ext cx="2560320" cy="3286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D234CD-C4BF-451E-A810-76886530BD7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1536247" y="165887"/>
            <a:ext cx="8515478" cy="493047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</p:nvPr>
        </p:nvSpPr>
        <p:spPr>
          <a:xfrm>
            <a:off x="549729" y="987581"/>
            <a:ext cx="9873343" cy="409578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marL="925830" lvl="1" indent="-354330" algn="l" defTabSz="113982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</a:pPr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549729" y="5720443"/>
            <a:ext cx="2559504" cy="329293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eaLnBrk="1" hangingPunct="1">
              <a:defRPr sz="1285">
                <a:solidFill>
                  <a:srgbClr val="898989"/>
                </a:solidFill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748768" y="5720443"/>
            <a:ext cx="3475264" cy="329293"/>
          </a:xfrm>
          <a:prstGeom prst="rect">
            <a:avLst/>
          </a:prstGeom>
        </p:spPr>
        <p:txBody>
          <a:bodyPr vert="horz" lIns="114181" tIns="57091" rIns="114181" bIns="57091" rtlCol="0" anchor="ctr"/>
          <a:lstStyle>
            <a:lvl1pPr algn="ctr" defTabSz="1141730" eaLnBrk="1" fontAlgn="auto" hangingPunct="1">
              <a:spcBef>
                <a:spcPts val="0"/>
              </a:spcBef>
              <a:spcAft>
                <a:spcPts val="0"/>
              </a:spcAft>
              <a:defRPr sz="128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140409" y="5710193"/>
            <a:ext cx="2559504" cy="329293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algn="r" eaLnBrk="1" hangingPunct="1">
              <a:defRPr sz="1285">
                <a:solidFill>
                  <a:srgbClr val="898989"/>
                </a:solidFill>
              </a:defRPr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2" name="图片 5"/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085" y="42295"/>
            <a:ext cx="794657" cy="740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lang="zh-CN" altLang="en-US" sz="3430" b="1" kern="1200" dirty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8006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6012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44018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920240" algn="ctr" rtl="0" fontAlgn="base">
        <a:spcBef>
          <a:spcPct val="0"/>
        </a:spcBef>
        <a:spcAft>
          <a:spcPct val="0"/>
        </a:spcAft>
        <a:defRPr sz="462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08610" indent="-308610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085" b="1" kern="1200" dirty="0">
          <a:solidFill>
            <a:srgbClr val="0070C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882015" indent="-391795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–"/>
        <a:defRPr kumimoji="1" lang="zh-CN" altLang="en-US" sz="2745" b="1" kern="1200" dirty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028700" indent="-205740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400" b="1" kern="1200" dirty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440180" indent="-205740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055" b="1" kern="1200" dirty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851660" indent="-205740" algn="l" rtl="0" eaLnBrk="0" fontAlgn="base" hangingPunct="0">
        <a:spcBef>
          <a:spcPct val="17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1715" b="1" kern="1200" dirty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263140" indent="-205740" algn="l" defTabSz="822325" rtl="0" eaLnBrk="1" latinLnBrk="0" hangingPunct="1">
        <a:spcBef>
          <a:spcPct val="17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325" rtl="0" eaLnBrk="1" latinLnBrk="0" hangingPunct="1">
        <a:spcBef>
          <a:spcPct val="17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325" rtl="0" eaLnBrk="1" latinLnBrk="0" hangingPunct="1">
        <a:spcBef>
          <a:spcPct val="17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325" rtl="0" eaLnBrk="1" latinLnBrk="0" hangingPunct="1">
        <a:spcBef>
          <a:spcPct val="17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325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71600" y="2010728"/>
            <a:ext cx="8229600" cy="1231106"/>
          </a:xfrm>
        </p:spPr>
        <p:txBody>
          <a:bodyPr>
            <a:no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altLang="zh-CN" sz="3200" b="1" spc="-5" dirty="0">
                <a:latin typeface="Comic Sans MS" panose="030F0702030302020204" pitchFamily="66" charset="0"/>
                <a:cs typeface="Calibri Light" panose="020F0302020204030204" pitchFamily="34" charset="0"/>
              </a:rPr>
              <a:t>CUDA UNIFIED MEMORY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40934"/>
            <a:ext cx="8229600" cy="1330907"/>
          </a:xfrm>
        </p:spPr>
        <p:txBody>
          <a:bodyPr>
            <a:normAutofit fontScale="95000"/>
          </a:bodyPr>
          <a:lstStyle/>
          <a:p>
            <a:endParaRPr lang="en-US" altLang="zh-CN" sz="2000" b="1" dirty="0">
              <a:solidFill>
                <a:srgbClr val="76B900"/>
              </a:solidFill>
              <a:latin typeface="Comic Sans MS" panose="030F0702030302020204" pitchFamily="66" charset="0"/>
              <a:cs typeface="Calibri Light" panose="020F0302020204030204" pitchFamily="34" charset="0"/>
            </a:endParaRPr>
          </a:p>
        </p:txBody>
      </p:sp>
      <p:sp>
        <p:nvSpPr>
          <p:cNvPr id="5" name="object 34"/>
          <p:cNvSpPr txBox="1">
            <a:spLocks noGrp="1"/>
          </p:cNvSpPr>
          <p:nvPr>
            <p:ph type="sldNum" sz="quarter" idx="12"/>
          </p:nvPr>
        </p:nvSpPr>
        <p:spPr>
          <a:xfrm>
            <a:off x="7749540" y="5795253"/>
            <a:ext cx="246888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>
                <a:latin typeface="Comic Sans MS" panose="030F0702030302020204" pitchFamily="66" charset="0"/>
              </a:rPr>
              <a:t>1</a:t>
            </a:fld>
            <a:endParaRPr spc="-5" dirty="0">
              <a:latin typeface="Comic Sans MS" panose="030F0702030302020204" pitchFamily="66" charset="0"/>
            </a:endParaRPr>
          </a:p>
        </p:txBody>
      </p:sp>
      <p:pic>
        <p:nvPicPr>
          <p:cNvPr id="4101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050"/>
            <a:ext cx="4246880" cy="6616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29000" y="144579"/>
            <a:ext cx="276034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Comic Sans MS" panose="030F0702030302020204" pitchFamily="66" charset="0"/>
              </a:rPr>
              <a:t>A</a:t>
            </a:r>
            <a:r>
              <a:rPr sz="3600" dirty="0">
                <a:latin typeface="Comic Sans MS" panose="030F0702030302020204" pitchFamily="66" charset="0"/>
              </a:rPr>
              <a:t>GE</a:t>
            </a:r>
            <a:r>
              <a:rPr sz="3600" spc="5" dirty="0">
                <a:latin typeface="Comic Sans MS" panose="030F0702030302020204" pitchFamily="66" charset="0"/>
              </a:rPr>
              <a:t>N</a:t>
            </a:r>
            <a:r>
              <a:rPr sz="3600" dirty="0">
                <a:latin typeface="Comic Sans MS" panose="030F0702030302020204" pitchFamily="66" charset="0"/>
              </a:rPr>
              <a:t>DA</a:t>
            </a:r>
            <a:endParaRPr sz="320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7300" y="1104900"/>
            <a:ext cx="8458200" cy="56143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buChar char="•"/>
              <a:tabLst>
                <a:tab pos="297815" algn="l"/>
                <a:tab pos="298450" algn="l"/>
              </a:tabLst>
            </a:pPr>
            <a:r>
              <a:rPr lang="en-US" sz="2800" spc="-5" dirty="0">
                <a:latin typeface="Comic Sans MS" panose="030F0702030302020204" pitchFamily="66" charset="0"/>
                <a:cs typeface="Arial" panose="020B0604020202020204"/>
              </a:rPr>
              <a:t>Managed Memory - basic idea, objectives, benefits</a:t>
            </a:r>
          </a:p>
          <a:p>
            <a:pPr marL="298450" indent="-285750">
              <a:buChar char="•"/>
              <a:tabLst>
                <a:tab pos="297815" algn="l"/>
                <a:tab pos="298450" algn="l"/>
              </a:tabLst>
            </a:pPr>
            <a:r>
              <a:rPr lang="en-US" sz="2800" spc="-5" dirty="0">
                <a:latin typeface="Comic Sans MS" panose="030F0702030302020204" pitchFamily="66" charset="0"/>
                <a:cs typeface="Arial" panose="020B0604020202020204"/>
              </a:rPr>
              <a:t>Demand-Paging, Oversubscription, Concurrency, Atomics</a:t>
            </a:r>
          </a:p>
          <a:p>
            <a:pPr marL="298450" indent="-285750">
              <a:buChar char="•"/>
              <a:tabLst>
                <a:tab pos="297815" algn="l"/>
                <a:tab pos="298450" algn="l"/>
              </a:tabLst>
            </a:pPr>
            <a:r>
              <a:rPr lang="en-US" sz="2800" spc="-5" dirty="0">
                <a:latin typeface="Comic Sans MS" panose="030F0702030302020204" pitchFamily="66" charset="0"/>
                <a:cs typeface="Arial" panose="020B0604020202020204"/>
              </a:rPr>
              <a:t>Use Cases: Deep Copies, Linked Lists, C++ Objects, Graph Traversal</a:t>
            </a:r>
          </a:p>
          <a:p>
            <a:pPr marL="298450" indent="-285750">
              <a:buChar char="•"/>
              <a:tabLst>
                <a:tab pos="297815" algn="l"/>
                <a:tab pos="298450" algn="l"/>
              </a:tabLst>
            </a:pPr>
            <a:r>
              <a:rPr lang="en-US" sz="2800" spc="-5" dirty="0">
                <a:latin typeface="Comic Sans MS" panose="030F0702030302020204" pitchFamily="66" charset="0"/>
                <a:cs typeface="Arial" panose="020B0604020202020204"/>
              </a:rPr>
              <a:t>Performance: Prefetching, Hints</a:t>
            </a:r>
          </a:p>
          <a:p>
            <a:pPr marL="12700">
              <a:tabLst>
                <a:tab pos="297815" algn="l"/>
                <a:tab pos="298450" algn="l"/>
              </a:tabLst>
            </a:pPr>
            <a:endParaRPr lang="en-US" sz="2800" spc="-5" dirty="0">
              <a:latin typeface="Comic Sans MS" panose="030F0702030302020204" pitchFamily="66" charset="0"/>
              <a:cs typeface="Arial" panose="020B0604020202020204"/>
            </a:endParaRPr>
          </a:p>
          <a:p>
            <a:pPr marL="298450" indent="-285750">
              <a:buChar char="•"/>
              <a:tabLst>
                <a:tab pos="297815" algn="l"/>
                <a:tab pos="298450" algn="l"/>
              </a:tabLst>
            </a:pPr>
            <a:r>
              <a:rPr lang="en-US" sz="2800" spc="-5" dirty="0">
                <a:latin typeface="Comic Sans MS" panose="030F0702030302020204" pitchFamily="66" charset="0"/>
                <a:cs typeface="Arial" panose="020B0604020202020204"/>
              </a:rPr>
              <a:t>Multi-GPU Considerations</a:t>
            </a:r>
          </a:p>
          <a:p>
            <a:pPr marL="298450" indent="-285750">
              <a:buChar char="•"/>
              <a:tabLst>
                <a:tab pos="297815" algn="l"/>
                <a:tab pos="298450" algn="l"/>
              </a:tabLst>
            </a:pPr>
            <a:endParaRPr lang="en-US" sz="2800" spc="-5" dirty="0">
              <a:latin typeface="Comic Sans MS" panose="030F0702030302020204" pitchFamily="66" charset="0"/>
              <a:cs typeface="Arial" panose="020B0604020202020204"/>
            </a:endParaRPr>
          </a:p>
          <a:p>
            <a:pPr marL="298450" indent="-285750">
              <a:buChar char="•"/>
              <a:tabLst>
                <a:tab pos="297815" algn="l"/>
                <a:tab pos="298450" algn="l"/>
              </a:tabLst>
            </a:pPr>
            <a:r>
              <a:rPr lang="en-US" sz="2800" spc="-5" dirty="0">
                <a:latin typeface="Comic Sans MS" panose="030F0702030302020204" pitchFamily="66" charset="0"/>
                <a:cs typeface="Arial" panose="020B0604020202020204"/>
              </a:rPr>
              <a:t>Further Study</a:t>
            </a:r>
          </a:p>
          <a:p>
            <a:pPr marL="298450" indent="-285750">
              <a:buChar char="•"/>
              <a:tabLst>
                <a:tab pos="297815" algn="l"/>
                <a:tab pos="298450" algn="l"/>
              </a:tabLst>
            </a:pPr>
            <a:endParaRPr lang="en-US" sz="2800" spc="-5" dirty="0">
              <a:latin typeface="Comic Sans MS" panose="030F0702030302020204" pitchFamily="66" charset="0"/>
              <a:cs typeface="Arial" panose="020B0604020202020204"/>
            </a:endParaRPr>
          </a:p>
          <a:p>
            <a:pPr marL="298450" indent="-285750">
              <a:buChar char="•"/>
              <a:tabLst>
                <a:tab pos="297815" algn="l"/>
                <a:tab pos="298450" algn="l"/>
              </a:tabLst>
            </a:pPr>
            <a:r>
              <a:rPr lang="en-US" sz="2800" spc="-5" dirty="0">
                <a:latin typeface="Comic Sans MS" panose="030F0702030302020204" pitchFamily="66" charset="0"/>
                <a:cs typeface="Arial" panose="020B0604020202020204"/>
              </a:rPr>
              <a:t>Homework</a:t>
            </a:r>
          </a:p>
        </p:txBody>
      </p:sp>
      <p:sp>
        <p:nvSpPr>
          <p:cNvPr id="7" name="object 34"/>
          <p:cNvSpPr txBox="1">
            <a:spLocks noGrp="1"/>
          </p:cNvSpPr>
          <p:nvPr>
            <p:ph type="sldNum" sz="quarter" idx="12"/>
          </p:nvPr>
        </p:nvSpPr>
        <p:spPr>
          <a:xfrm>
            <a:off x="7749540" y="5795253"/>
            <a:ext cx="246888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>
                <a:latin typeface="Comic Sans MS" panose="030F0702030302020204" pitchFamily="66" charset="0"/>
              </a:rPr>
              <a:t>2</a:t>
            </a:fld>
            <a:endParaRPr spc="-5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448117" y="114530"/>
            <a:ext cx="8543290" cy="838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spc="-30" dirty="0">
                <a:latin typeface="Comic Sans MS" panose="030F0702030302020204" pitchFamily="66" charset="0"/>
                <a:cs typeface="Calibri" panose="020F0502020204030204" pitchFamily="34" charset="0"/>
              </a:rPr>
              <a:t>TH</a:t>
            </a:r>
            <a:r>
              <a:rPr sz="2800" spc="-20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2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2800" dirty="0">
                <a:latin typeface="Comic Sans MS" panose="030F0702030302020204" pitchFamily="66" charset="0"/>
                <a:cs typeface="Calibri" panose="020F0502020204030204" pitchFamily="34" charset="0"/>
              </a:rPr>
              <a:t>UD</a:t>
            </a:r>
            <a:r>
              <a:rPr sz="2800" spc="-2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2800" spc="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3</a:t>
            </a:r>
            <a:r>
              <a:rPr sz="2800" dirty="0">
                <a:latin typeface="Comic Sans MS" panose="030F0702030302020204" pitchFamily="66" charset="0"/>
                <a:cs typeface="Calibri" panose="020F0502020204030204" pitchFamily="34" charset="0"/>
              </a:rPr>
              <a:t>-</a:t>
            </a:r>
            <a:r>
              <a:rPr sz="2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2800" spc="-30" dirty="0">
                <a:latin typeface="Comic Sans MS" panose="030F0702030302020204" pitchFamily="66" charset="0"/>
                <a:cs typeface="Calibri" panose="020F0502020204030204" pitchFamily="34" charset="0"/>
              </a:rPr>
              <a:t>TE</a:t>
            </a:r>
            <a:r>
              <a:rPr sz="2800" spc="-20" dirty="0"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2800" spc="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800" spc="-20" dirty="0">
                <a:latin typeface="Comic Sans MS" panose="030F0702030302020204" pitchFamily="66" charset="0"/>
                <a:cs typeface="Calibri" panose="020F0502020204030204" pitchFamily="34" charset="0"/>
              </a:rPr>
              <a:t>PR</a:t>
            </a:r>
            <a:r>
              <a:rPr sz="2800" spc="-30" dirty="0"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2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2800" spc="-25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2800" spc="5" dirty="0">
                <a:latin typeface="Comic Sans MS" panose="030F0702030302020204" pitchFamily="66" charset="0"/>
                <a:cs typeface="Calibri" panose="020F0502020204030204" pitchFamily="34" charset="0"/>
              </a:rPr>
              <a:t>SS</a:t>
            </a:r>
            <a:r>
              <a:rPr sz="2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2800" dirty="0">
                <a:latin typeface="Comic Sans MS" panose="030F0702030302020204" pitchFamily="66" charset="0"/>
                <a:cs typeface="Calibri" panose="020F0502020204030204" pitchFamily="34" charset="0"/>
              </a:rPr>
              <a:t>NG </a:t>
            </a:r>
            <a:r>
              <a:rPr sz="2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2800" spc="-25" dirty="0">
                <a:latin typeface="Comic Sans MS" panose="030F0702030302020204" pitchFamily="66" charset="0"/>
                <a:cs typeface="Calibri" panose="020F0502020204030204" pitchFamily="34" charset="0"/>
              </a:rPr>
              <a:t>EQ</a:t>
            </a:r>
            <a:r>
              <a:rPr sz="2800" dirty="0">
                <a:latin typeface="Comic Sans MS" panose="030F0702030302020204" pitchFamily="66" charset="0"/>
                <a:cs typeface="Calibri" panose="020F0502020204030204" pitchFamily="34" charset="0"/>
              </a:rPr>
              <a:t>U</a:t>
            </a:r>
            <a:r>
              <a:rPr sz="2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2800" dirty="0"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r>
              <a:rPr sz="2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2800" spc="-20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endParaRPr sz="28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sz="2400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2400" spc="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2400"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2400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2400" spc="-20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2400" spc="-10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2400" spc="-1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f</a:t>
            </a:r>
            <a:r>
              <a:rPr sz="2400" spc="-10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2400" spc="-1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2400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 </a:t>
            </a:r>
            <a:r>
              <a:rPr sz="2400"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2400" spc="-1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2400" spc="-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</a:t>
            </a:r>
            <a:r>
              <a:rPr sz="2400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</a:t>
            </a:r>
            <a:r>
              <a:rPr sz="2400" spc="-20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2400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 </a:t>
            </a:r>
            <a:r>
              <a:rPr sz="2400" spc="5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1</a:t>
            </a:r>
            <a:r>
              <a:rPr sz="1800" dirty="0">
                <a:solidFill>
                  <a:srgbClr val="76B9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…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7669" y="4980390"/>
            <a:ext cx="866013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-</a:t>
            </a:r>
            <a:r>
              <a:rPr sz="2000" spc="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&gt;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</a:t>
            </a:r>
            <a:r>
              <a:rPr sz="2000" spc="-1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</a:t>
            </a:r>
            <a:r>
              <a:rPr sz="2000" spc="-2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n’t</a:t>
            </a:r>
            <a:r>
              <a:rPr sz="20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20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 n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ic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20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did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n’t</a:t>
            </a:r>
            <a:r>
              <a:rPr sz="20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ha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v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20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</a:t>
            </a:r>
            <a:r>
              <a:rPr sz="20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(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.</a:t>
            </a:r>
            <a:r>
              <a:rPr sz="2000" spc="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.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w</a:t>
            </a:r>
            <a:r>
              <a:rPr sz="20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it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he 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2000" spc="-1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 </a:t>
            </a:r>
            <a:r>
              <a:rPr sz="2000" spc="-1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fo</a:t>
            </a:r>
            <a:r>
              <a:rPr sz="20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)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-1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2000" spc="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2000" spc="-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20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 </a:t>
            </a:r>
            <a:r>
              <a:rPr sz="200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1 and</a:t>
            </a:r>
            <a:r>
              <a:rPr sz="2000" spc="-10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000" spc="5" dirty="0">
                <a:solidFill>
                  <a:srgbClr val="5E5E5E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3?</a:t>
            </a:r>
            <a:endParaRPr sz="20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58891" y="953221"/>
            <a:ext cx="6655017" cy="38465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" name="object 34"/>
          <p:cNvSpPr txBox="1"/>
          <p:nvPr/>
        </p:nvSpPr>
        <p:spPr>
          <a:xfrm>
            <a:off x="7830903" y="5093618"/>
            <a:ext cx="2468880" cy="17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 algn="r">
              <a:lnSpc>
                <a:spcPts val="1425"/>
              </a:lnSpc>
            </a:pPr>
            <a:fld id="{81D60167-4931-47E6-BA6A-407CBD079E47}" type="slidenum">
              <a:rPr lang="en-US" altLang="zh-CN" sz="1080" spc="-5" smtClean="0">
                <a:solidFill>
                  <a:schemeClr val="tx1">
                    <a:tint val="75000"/>
                  </a:schemeClr>
                </a:solidFill>
                <a:latin typeface="Comic Sans MS" panose="030F0702030302020204" pitchFamily="66" charset="0"/>
              </a:rPr>
              <a:t>3</a:t>
            </a:fld>
            <a:endParaRPr lang="en-US" altLang="zh-CN" sz="1080" spc="-5" dirty="0">
              <a:solidFill>
                <a:schemeClr val="tx1">
                  <a:tint val="75000"/>
                </a:schemeClr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71600" y="2247900"/>
            <a:ext cx="8229600" cy="1231106"/>
          </a:xfrm>
        </p:spPr>
        <p:txBody>
          <a:bodyPr>
            <a:no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altLang="zh-CN" sz="3200" b="1" spc="-5" dirty="0">
                <a:latin typeface="Comic Sans MS" panose="030F0702030302020204" pitchFamily="66" charset="0"/>
                <a:cs typeface="Calibri Light" panose="020F0302020204030204" pitchFamily="34" charset="0"/>
              </a:rPr>
              <a:t>INTRODUCING UNIFIED MEMORY </a:t>
            </a:r>
            <a:br>
              <a:rPr lang="en-US" altLang="zh-CN" sz="3200" b="1" spc="-5" dirty="0">
                <a:latin typeface="Comic Sans MS" panose="030F0702030302020204" pitchFamily="66" charset="0"/>
                <a:cs typeface="Calibri Light" panose="020F0302020204030204" pitchFamily="34" charset="0"/>
              </a:rPr>
            </a:br>
            <a:r>
              <a:rPr lang="en-US" altLang="zh-CN" sz="3200" b="1" spc="-5" dirty="0">
                <a:latin typeface="Comic Sans MS" panose="030F0702030302020204" pitchFamily="66" charset="0"/>
                <a:cs typeface="Calibri Light" panose="020F0302020204030204" pitchFamily="34" charset="0"/>
              </a:rPr>
              <a:t>WITH DEMAND PAGING</a:t>
            </a:r>
          </a:p>
        </p:txBody>
      </p:sp>
      <p:sp>
        <p:nvSpPr>
          <p:cNvPr id="5" name="object 34"/>
          <p:cNvSpPr txBox="1">
            <a:spLocks noGrp="1"/>
          </p:cNvSpPr>
          <p:nvPr>
            <p:ph type="sldNum" sz="quarter" idx="12"/>
          </p:nvPr>
        </p:nvSpPr>
        <p:spPr>
          <a:xfrm>
            <a:off x="7749540" y="5795253"/>
            <a:ext cx="246888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" dirty="0">
                <a:latin typeface="Comic Sans MS" panose="030F0702030302020204" pitchFamily="66" charset="0"/>
              </a:rPr>
              <a:t>4</a:t>
            </a:fld>
            <a:endParaRPr spc="-5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206051"/>
            <a:ext cx="9464040" cy="838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ct val="100000"/>
              </a:lnSpc>
            </a:pPr>
            <a:r>
              <a:rPr sz="3200" dirty="0">
                <a:latin typeface="Comic Sans MS" panose="030F0702030302020204" pitchFamily="66" charset="0"/>
              </a:rPr>
              <a:t>UN</a:t>
            </a:r>
            <a:r>
              <a:rPr sz="3200" spc="-5" dirty="0">
                <a:latin typeface="Comic Sans MS" panose="030F0702030302020204" pitchFamily="66" charset="0"/>
              </a:rPr>
              <a:t>I</a:t>
            </a:r>
            <a:r>
              <a:rPr sz="3200" spc="-25" dirty="0">
                <a:latin typeface="Comic Sans MS" panose="030F0702030302020204" pitchFamily="66" charset="0"/>
              </a:rPr>
              <a:t>F</a:t>
            </a:r>
            <a:r>
              <a:rPr sz="3200" spc="-5" dirty="0">
                <a:latin typeface="Comic Sans MS" panose="030F0702030302020204" pitchFamily="66" charset="0"/>
              </a:rPr>
              <a:t>I</a:t>
            </a:r>
            <a:r>
              <a:rPr sz="3200" spc="-25" dirty="0">
                <a:latin typeface="Comic Sans MS" panose="030F0702030302020204" pitchFamily="66" charset="0"/>
              </a:rPr>
              <a:t>E</a:t>
            </a:r>
            <a:r>
              <a:rPr sz="3200" dirty="0">
                <a:latin typeface="Comic Sans MS" panose="030F0702030302020204" pitchFamily="66" charset="0"/>
              </a:rPr>
              <a:t>D</a:t>
            </a:r>
            <a:r>
              <a:rPr sz="3200" spc="5" dirty="0">
                <a:latin typeface="Comic Sans MS" panose="030F0702030302020204" pitchFamily="66" charset="0"/>
              </a:rPr>
              <a:t> </a:t>
            </a:r>
            <a:r>
              <a:rPr sz="3200" spc="-5" dirty="0">
                <a:latin typeface="Comic Sans MS" panose="030F0702030302020204" pitchFamily="66" charset="0"/>
              </a:rPr>
              <a:t>M</a:t>
            </a:r>
            <a:r>
              <a:rPr sz="3200" spc="-25" dirty="0">
                <a:latin typeface="Comic Sans MS" panose="030F0702030302020204" pitchFamily="66" charset="0"/>
              </a:rPr>
              <a:t>E</a:t>
            </a:r>
            <a:r>
              <a:rPr sz="3200" spc="-5" dirty="0">
                <a:latin typeface="Comic Sans MS" panose="030F0702030302020204" pitchFamily="66" charset="0"/>
              </a:rPr>
              <a:t>M</a:t>
            </a:r>
            <a:r>
              <a:rPr sz="3200" spc="-30" dirty="0">
                <a:latin typeface="Comic Sans MS" panose="030F0702030302020204" pitchFamily="66" charset="0"/>
              </a:rPr>
              <a:t>O</a:t>
            </a:r>
            <a:r>
              <a:rPr sz="3200" dirty="0">
                <a:latin typeface="Comic Sans MS" panose="030F0702030302020204" pitchFamily="66" charset="0"/>
              </a:rPr>
              <a:t>RY</a:t>
            </a:r>
          </a:p>
          <a:p>
            <a:pPr marL="635" algn="ctr">
              <a:lnSpc>
                <a:spcPct val="100000"/>
              </a:lnSpc>
              <a:spcBef>
                <a:spcPts val="310"/>
              </a:spcBef>
            </a:pPr>
            <a:r>
              <a:rPr sz="2000" dirty="0">
                <a:solidFill>
                  <a:srgbClr val="76B900"/>
                </a:solidFill>
                <a:latin typeface="Comic Sans MS" panose="030F0702030302020204" pitchFamily="66" charset="0"/>
              </a:rPr>
              <a:t>R</a:t>
            </a:r>
            <a:r>
              <a:rPr sz="2000" spc="5" dirty="0">
                <a:solidFill>
                  <a:srgbClr val="76B900"/>
                </a:solidFill>
                <a:latin typeface="Comic Sans MS" panose="030F0702030302020204" pitchFamily="66" charset="0"/>
              </a:rPr>
              <a:t>e</a:t>
            </a:r>
            <a:r>
              <a:rPr sz="2000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d</a:t>
            </a:r>
            <a:r>
              <a:rPr sz="2000" dirty="0">
                <a:solidFill>
                  <a:srgbClr val="76B900"/>
                </a:solidFill>
                <a:latin typeface="Comic Sans MS" panose="030F0702030302020204" pitchFamily="66" charset="0"/>
              </a:rPr>
              <a:t>u</a:t>
            </a:r>
            <a:r>
              <a:rPr sz="2000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c</a:t>
            </a:r>
            <a:r>
              <a:rPr sz="2000" dirty="0">
                <a:solidFill>
                  <a:srgbClr val="76B900"/>
                </a:solidFill>
                <a:latin typeface="Comic Sans MS" panose="030F0702030302020204" pitchFamily="66" charset="0"/>
              </a:rPr>
              <a:t>e </a:t>
            </a:r>
            <a:r>
              <a:rPr sz="2000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D</a:t>
            </a:r>
            <a:r>
              <a:rPr sz="2000" spc="5" dirty="0">
                <a:solidFill>
                  <a:srgbClr val="76B900"/>
                </a:solidFill>
                <a:latin typeface="Comic Sans MS" panose="030F0702030302020204" pitchFamily="66" charset="0"/>
              </a:rPr>
              <a:t>e</a:t>
            </a:r>
            <a:r>
              <a:rPr sz="2000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v</a:t>
            </a:r>
            <a:r>
              <a:rPr sz="2000" spc="5" dirty="0">
                <a:solidFill>
                  <a:srgbClr val="76B900"/>
                </a:solidFill>
                <a:latin typeface="Comic Sans MS" panose="030F0702030302020204" pitchFamily="66" charset="0"/>
              </a:rPr>
              <a:t>e</a:t>
            </a:r>
            <a:r>
              <a:rPr sz="2000" spc="-20" dirty="0">
                <a:solidFill>
                  <a:srgbClr val="76B900"/>
                </a:solidFill>
                <a:latin typeface="Comic Sans MS" panose="030F0702030302020204" pitchFamily="66" charset="0"/>
              </a:rPr>
              <a:t>l</a:t>
            </a:r>
            <a:r>
              <a:rPr sz="2000" spc="-15" dirty="0">
                <a:solidFill>
                  <a:srgbClr val="76B900"/>
                </a:solidFill>
                <a:latin typeface="Comic Sans MS" panose="030F0702030302020204" pitchFamily="66" charset="0"/>
              </a:rPr>
              <a:t>o</a:t>
            </a:r>
            <a:r>
              <a:rPr sz="2000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p</a:t>
            </a:r>
            <a:r>
              <a:rPr sz="2000" spc="5" dirty="0">
                <a:solidFill>
                  <a:srgbClr val="76B900"/>
                </a:solidFill>
                <a:latin typeface="Comic Sans MS" panose="030F0702030302020204" pitchFamily="66" charset="0"/>
              </a:rPr>
              <a:t>e</a:t>
            </a:r>
            <a:r>
              <a:rPr sz="2000" spc="-10" dirty="0">
                <a:solidFill>
                  <a:srgbClr val="76B900"/>
                </a:solidFill>
                <a:latin typeface="Comic Sans MS" panose="030F0702030302020204" pitchFamily="66" charset="0"/>
              </a:rPr>
              <a:t>r</a:t>
            </a:r>
            <a:r>
              <a:rPr sz="2000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 </a:t>
            </a:r>
            <a:r>
              <a:rPr sz="2000" spc="-15" dirty="0">
                <a:solidFill>
                  <a:srgbClr val="76B900"/>
                </a:solidFill>
                <a:latin typeface="Comic Sans MS" panose="030F0702030302020204" pitchFamily="66" charset="0"/>
              </a:rPr>
              <a:t>Effo</a:t>
            </a:r>
            <a:r>
              <a:rPr sz="2000" spc="-10" dirty="0">
                <a:solidFill>
                  <a:srgbClr val="76B900"/>
                </a:solidFill>
                <a:latin typeface="Comic Sans MS" panose="030F0702030302020204" pitchFamily="66" charset="0"/>
              </a:rPr>
              <a:t>r</a:t>
            </a:r>
            <a:r>
              <a:rPr sz="2000" dirty="0">
                <a:solidFill>
                  <a:srgbClr val="76B900"/>
                </a:solidFill>
                <a:latin typeface="Comic Sans MS" panose="030F0702030302020204" pitchFamily="66" charset="0"/>
              </a:rPr>
              <a:t>t</a:t>
            </a:r>
            <a:endParaRPr sz="2000" dirty="0">
              <a:latin typeface="Comic Sans MS" panose="030F0702030302020204" pitchFamily="66" charset="0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xfrm>
            <a:off x="7749540" y="5823466"/>
            <a:ext cx="2468880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ct val="100000"/>
              </a:lnSpc>
            </a:pPr>
            <a:fld id="{81D60167-4931-47E6-BA6A-407CBD079E47}" type="slidenum">
              <a:rPr sz="800" dirty="0">
                <a:latin typeface="Comic Sans MS" panose="030F0702030302020204" pitchFamily="66" charset="0"/>
              </a:rPr>
              <a:t>5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25111" y="3864863"/>
            <a:ext cx="6041136" cy="16550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76344" y="4032503"/>
            <a:ext cx="1709927" cy="13868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66516" y="3887244"/>
            <a:ext cx="5958840" cy="1572895"/>
          </a:xfrm>
          <a:custGeom>
            <a:avLst/>
            <a:gdLst/>
            <a:ahLst/>
            <a:cxnLst/>
            <a:rect l="l" t="t" r="r" b="b"/>
            <a:pathLst>
              <a:path w="5958840" h="1572895">
                <a:moveTo>
                  <a:pt x="0" y="0"/>
                </a:moveTo>
                <a:lnTo>
                  <a:pt x="5958573" y="0"/>
                </a:lnTo>
                <a:lnTo>
                  <a:pt x="5958573" y="1572675"/>
                </a:lnTo>
                <a:lnTo>
                  <a:pt x="0" y="1572675"/>
                </a:lnTo>
                <a:lnTo>
                  <a:pt x="0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5256" y="4142791"/>
            <a:ext cx="1372235" cy="13861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1435">
              <a:lnSpc>
                <a:spcPct val="102000"/>
              </a:lnSpc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1800" spc="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800" spc="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in </a:t>
            </a:r>
            <a:r>
              <a:rPr sz="1800" spc="-9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1800" spc="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spc="-1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rfor</a:t>
            </a:r>
            <a:r>
              <a:rPr sz="1800" spc="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an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 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</a:t>
            </a:r>
            <a:r>
              <a:rPr sz="1800" spc="-1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1800" spc="-1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</a:t>
            </a:r>
            <a:r>
              <a:rPr sz="1800" spc="-1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2700">
              <a:lnSpc>
                <a:spcPts val="2110"/>
              </a:lnSpc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oc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it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y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79996" y="3924433"/>
            <a:ext cx="4124960" cy="1536065"/>
          </a:xfrm>
          <a:custGeom>
            <a:avLst/>
            <a:gdLst/>
            <a:ahLst/>
            <a:cxnLst/>
            <a:rect l="l" t="t" r="r" b="b"/>
            <a:pathLst>
              <a:path w="4124959" h="1536064">
                <a:moveTo>
                  <a:pt x="4124545" y="0"/>
                </a:moveTo>
                <a:lnTo>
                  <a:pt x="523366" y="0"/>
                </a:lnTo>
                <a:lnTo>
                  <a:pt x="0" y="767742"/>
                </a:lnTo>
                <a:lnTo>
                  <a:pt x="523366" y="1535485"/>
                </a:lnTo>
                <a:lnTo>
                  <a:pt x="4124545" y="1535485"/>
                </a:lnTo>
                <a:lnTo>
                  <a:pt x="41245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79996" y="3924433"/>
            <a:ext cx="4124960" cy="1536065"/>
          </a:xfrm>
          <a:custGeom>
            <a:avLst/>
            <a:gdLst/>
            <a:ahLst/>
            <a:cxnLst/>
            <a:rect l="l" t="t" r="r" b="b"/>
            <a:pathLst>
              <a:path w="4124959" h="1536064">
                <a:moveTo>
                  <a:pt x="4124546" y="0"/>
                </a:moveTo>
                <a:lnTo>
                  <a:pt x="523367" y="0"/>
                </a:lnTo>
                <a:lnTo>
                  <a:pt x="0" y="767742"/>
                </a:lnTo>
                <a:lnTo>
                  <a:pt x="523367" y="1535485"/>
                </a:lnTo>
                <a:lnTo>
                  <a:pt x="4124546" y="1535485"/>
                </a:lnTo>
                <a:lnTo>
                  <a:pt x="4124546" y="0"/>
                </a:lnTo>
                <a:close/>
              </a:path>
            </a:pathLst>
          </a:custGeom>
          <a:ln w="25400">
            <a:solidFill>
              <a:srgbClr val="76B9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76415" y="4127286"/>
            <a:ext cx="3273425" cy="12834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0000"/>
              </a:lnSpc>
            </a:pP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6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g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te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da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ta t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cc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es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g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ro</a:t>
            </a:r>
            <a:r>
              <a:rPr sz="16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es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sor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G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u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ntee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g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lo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bal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co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he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en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ll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llo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w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6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x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pl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h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nd tun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g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325111" y="2167127"/>
            <a:ext cx="6041136" cy="15666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276344" y="2429255"/>
            <a:ext cx="1929383" cy="111556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325111" y="2203110"/>
            <a:ext cx="5958840" cy="1482725"/>
          </a:xfrm>
          <a:custGeom>
            <a:avLst/>
            <a:gdLst/>
            <a:ahLst/>
            <a:cxnLst/>
            <a:rect l="l" t="t" r="r" b="b"/>
            <a:pathLst>
              <a:path w="5958840" h="1482725">
                <a:moveTo>
                  <a:pt x="0" y="0"/>
                </a:moveTo>
                <a:lnTo>
                  <a:pt x="5958573" y="0"/>
                </a:lnTo>
                <a:lnTo>
                  <a:pt x="5958573" y="1482563"/>
                </a:lnTo>
                <a:lnTo>
                  <a:pt x="0" y="1482563"/>
                </a:lnTo>
                <a:lnTo>
                  <a:pt x="0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45256" y="2536495"/>
            <a:ext cx="1591945" cy="8299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2000"/>
              </a:lnSpc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800" spc="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pl</a:t>
            </a:r>
            <a:r>
              <a:rPr sz="1800" spc="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spc="-1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 </a:t>
            </a:r>
            <a:r>
              <a:rPr sz="1800" spc="-1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1800" spc="-1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rogr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mm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r>
              <a:rPr sz="1800" spc="-1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 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&amp; 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1800" spc="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em</a:t>
            </a:r>
            <a:r>
              <a:rPr sz="1800" spc="-1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1800" spc="-1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y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Mod</a:t>
            </a:r>
            <a:r>
              <a:rPr sz="1800" spc="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spc="-1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79996" y="2213325"/>
            <a:ext cx="4124960" cy="1431290"/>
          </a:xfrm>
          <a:custGeom>
            <a:avLst/>
            <a:gdLst/>
            <a:ahLst/>
            <a:cxnLst/>
            <a:rect l="l" t="t" r="r" b="b"/>
            <a:pathLst>
              <a:path w="4124959" h="1431289">
                <a:moveTo>
                  <a:pt x="4124545" y="0"/>
                </a:moveTo>
                <a:lnTo>
                  <a:pt x="487701" y="0"/>
                </a:lnTo>
                <a:lnTo>
                  <a:pt x="0" y="715417"/>
                </a:lnTo>
                <a:lnTo>
                  <a:pt x="487701" y="1430835"/>
                </a:lnTo>
                <a:lnTo>
                  <a:pt x="4124545" y="1430835"/>
                </a:lnTo>
                <a:lnTo>
                  <a:pt x="41245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79996" y="2213325"/>
            <a:ext cx="4124960" cy="1431290"/>
          </a:xfrm>
          <a:custGeom>
            <a:avLst/>
            <a:gdLst/>
            <a:ahLst/>
            <a:cxnLst/>
            <a:rect l="l" t="t" r="r" b="b"/>
            <a:pathLst>
              <a:path w="4124959" h="1431289">
                <a:moveTo>
                  <a:pt x="4124546" y="0"/>
                </a:moveTo>
                <a:lnTo>
                  <a:pt x="487701" y="0"/>
                </a:lnTo>
                <a:lnTo>
                  <a:pt x="0" y="715418"/>
                </a:lnTo>
                <a:lnTo>
                  <a:pt x="487701" y="1430836"/>
                </a:lnTo>
                <a:lnTo>
                  <a:pt x="4124546" y="1430836"/>
                </a:lnTo>
                <a:lnTo>
                  <a:pt x="4124546" y="0"/>
                </a:lnTo>
                <a:close/>
              </a:path>
            </a:pathLst>
          </a:custGeom>
          <a:ln w="25400">
            <a:solidFill>
              <a:srgbClr val="76B9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60068" y="2298497"/>
            <a:ext cx="2964815" cy="1356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0" marR="5080" indent="-361950">
              <a:lnSpc>
                <a:spcPts val="1900"/>
              </a:lnSpc>
            </a:pP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Si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r>
              <a:rPr sz="16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g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llo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ca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n,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r>
              <a:rPr sz="16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g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nte</a:t>
            </a:r>
            <a:r>
              <a:rPr sz="1600" spc="-235" dirty="0"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,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acc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ss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bl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yw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he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</a:p>
          <a:p>
            <a:pPr marL="12700" marR="6985">
              <a:lnSpc>
                <a:spcPts val="2500"/>
              </a:lnSpc>
              <a:spcBef>
                <a:spcPts val="115"/>
              </a:spcBef>
            </a:pP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El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te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need </a:t>
            </a:r>
            <a:r>
              <a:rPr sz="16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f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or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i="1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600" i="1" spc="-5" dirty="0">
                <a:latin typeface="Comic Sans MS" panose="030F0702030302020204" pitchFamily="66" charset="0"/>
                <a:cs typeface="Calibri" panose="020F0502020204030204" pitchFamily="34" charset="0"/>
              </a:rPr>
              <a:t>xpl</a:t>
            </a:r>
            <a:r>
              <a:rPr sz="1600" i="1" spc="-10" dirty="0">
                <a:latin typeface="Comic Sans MS" panose="030F0702030302020204" pitchFamily="66" charset="0"/>
                <a:cs typeface="Calibri" panose="020F0502020204030204" pitchFamily="34" charset="0"/>
              </a:rPr>
              <a:t>icit</a:t>
            </a:r>
            <a:r>
              <a:rPr sz="1600" i="1" spc="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y 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Si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mpl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6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f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d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600" spc="-5" dirty="0"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or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600" spc="5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600" dirty="0"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r>
              <a:rPr sz="16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g</a:t>
            </a:r>
            <a:endParaRPr sz="16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72804" y="5297983"/>
            <a:ext cx="185358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5" dirty="0">
                <a:latin typeface="Comic Sans MS" panose="030F0702030302020204" pitchFamily="66" charset="0"/>
                <a:cs typeface="Arial" panose="020B0604020202020204" pitchFamily="34" charset="0"/>
              </a:rPr>
              <a:t>A</a:t>
            </a:r>
            <a:r>
              <a:rPr sz="2000" spc="-20" dirty="0">
                <a:latin typeface="Comic Sans MS" panose="030F0702030302020204" pitchFamily="66" charset="0"/>
                <a:cs typeface="Arial" panose="020B0604020202020204" pitchFamily="34" charset="0"/>
              </a:rPr>
              <a:t>ll</a:t>
            </a:r>
            <a:r>
              <a:rPr sz="2000" spc="-15" dirty="0">
                <a:latin typeface="Comic Sans MS" panose="030F0702030302020204" pitchFamily="66" charset="0"/>
                <a:cs typeface="Arial" panose="020B0604020202020204" pitchFamily="34" charset="0"/>
              </a:rPr>
              <a:t>o</a:t>
            </a:r>
            <a:r>
              <a:rPr sz="2000" spc="-5" dirty="0">
                <a:latin typeface="Comic Sans MS" panose="030F0702030302020204" pitchFamily="66" charset="0"/>
                <a:cs typeface="Arial" panose="020B0604020202020204" pitchFamily="34" charset="0"/>
              </a:rPr>
              <a:t>c</a:t>
            </a:r>
            <a:r>
              <a:rPr sz="2000" spc="5" dirty="0">
                <a:latin typeface="Comic Sans MS" panose="030F0702030302020204" pitchFamily="66" charset="0"/>
                <a:cs typeface="Arial" panose="020B0604020202020204" pitchFamily="34" charset="0"/>
              </a:rPr>
              <a:t>a</a:t>
            </a:r>
            <a:r>
              <a:rPr sz="2000" spc="-5" dirty="0">
                <a:latin typeface="Comic Sans MS" panose="030F0702030302020204" pitchFamily="66" charset="0"/>
                <a:cs typeface="Arial" panose="020B0604020202020204" pitchFamily="34" charset="0"/>
              </a:rPr>
              <a:t>t</a:t>
            </a:r>
            <a:r>
              <a:rPr sz="2000" dirty="0">
                <a:latin typeface="Comic Sans MS" panose="030F0702030302020204" pitchFamily="66" charset="0"/>
                <a:cs typeface="Arial" panose="020B0604020202020204" pitchFamily="34" charset="0"/>
              </a:rPr>
              <a:t>e </a:t>
            </a:r>
            <a:r>
              <a:rPr sz="2000" spc="-10" dirty="0">
                <a:latin typeface="Comic Sans MS" panose="030F0702030302020204" pitchFamily="66" charset="0"/>
                <a:cs typeface="Arial" panose="020B0604020202020204" pitchFamily="34" charset="0"/>
              </a:rPr>
              <a:t>U</a:t>
            </a:r>
            <a:r>
              <a:rPr sz="2000" dirty="0">
                <a:latin typeface="Comic Sans MS" panose="030F0702030302020204" pitchFamily="66" charset="0"/>
                <a:cs typeface="Arial" panose="020B0604020202020204" pitchFamily="34" charset="0"/>
              </a:rPr>
              <a:t>p</a:t>
            </a:r>
            <a:r>
              <a:rPr sz="2000" spc="-45" dirty="0"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sz="2000" spc="-235" dirty="0">
                <a:latin typeface="Comic Sans MS" panose="030F0702030302020204" pitchFamily="66" charset="0"/>
                <a:cs typeface="Arial" panose="020B0604020202020204" pitchFamily="34" charset="0"/>
              </a:rPr>
              <a:t>T</a:t>
            </a:r>
            <a:r>
              <a:rPr sz="2000" spc="-10" dirty="0">
                <a:latin typeface="Comic Sans MS" panose="030F0702030302020204" pitchFamily="66" charset="0"/>
                <a:cs typeface="Arial" panose="020B0604020202020204" pitchFamily="34" charset="0"/>
              </a:rPr>
              <a:t>o</a:t>
            </a:r>
            <a:endParaRPr sz="2000" dirty="0"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1690" y="4481663"/>
            <a:ext cx="2649220" cy="574675"/>
          </a:xfrm>
          <a:custGeom>
            <a:avLst/>
            <a:gdLst/>
            <a:ahLst/>
            <a:cxnLst/>
            <a:rect l="l" t="t" r="r" b="b"/>
            <a:pathLst>
              <a:path w="2649220" h="574675">
                <a:moveTo>
                  <a:pt x="2649020" y="0"/>
                </a:moveTo>
                <a:lnTo>
                  <a:pt x="2648393" y="46558"/>
                </a:lnTo>
                <a:lnTo>
                  <a:pt x="2646581" y="90725"/>
                </a:lnTo>
                <a:lnTo>
                  <a:pt x="2643680" y="131909"/>
                </a:lnTo>
                <a:lnTo>
                  <a:pt x="2637504" y="186800"/>
                </a:lnTo>
                <a:lnTo>
                  <a:pt x="2629434" y="231655"/>
                </a:lnTo>
                <a:lnTo>
                  <a:pt x="2616302" y="272403"/>
                </a:lnTo>
                <a:lnTo>
                  <a:pt x="2601181" y="287036"/>
                </a:lnTo>
                <a:lnTo>
                  <a:pt x="1372348" y="287036"/>
                </a:lnTo>
                <a:lnTo>
                  <a:pt x="1368424" y="287987"/>
                </a:lnTo>
                <a:lnTo>
                  <a:pt x="1347149" y="330041"/>
                </a:lnTo>
                <a:lnTo>
                  <a:pt x="1338521" y="371107"/>
                </a:lnTo>
                <a:lnTo>
                  <a:pt x="1331677" y="422874"/>
                </a:lnTo>
                <a:lnTo>
                  <a:pt x="1328269" y="462345"/>
                </a:lnTo>
                <a:lnTo>
                  <a:pt x="1325900" y="505094"/>
                </a:lnTo>
                <a:lnTo>
                  <a:pt x="1324668" y="550531"/>
                </a:lnTo>
                <a:lnTo>
                  <a:pt x="1324510" y="574072"/>
                </a:lnTo>
                <a:lnTo>
                  <a:pt x="1324351" y="550531"/>
                </a:lnTo>
                <a:lnTo>
                  <a:pt x="1323119" y="505094"/>
                </a:lnTo>
                <a:lnTo>
                  <a:pt x="1320750" y="462345"/>
                </a:lnTo>
                <a:lnTo>
                  <a:pt x="1317342" y="422874"/>
                </a:lnTo>
                <a:lnTo>
                  <a:pt x="1310498" y="371107"/>
                </a:lnTo>
                <a:lnTo>
                  <a:pt x="1301870" y="330041"/>
                </a:lnTo>
                <a:lnTo>
                  <a:pt x="1284431" y="290793"/>
                </a:lnTo>
                <a:lnTo>
                  <a:pt x="1276672" y="287036"/>
                </a:lnTo>
                <a:lnTo>
                  <a:pt x="47838" y="287036"/>
                </a:lnTo>
                <a:lnTo>
                  <a:pt x="43914" y="286084"/>
                </a:lnTo>
                <a:lnTo>
                  <a:pt x="22639" y="244031"/>
                </a:lnTo>
                <a:lnTo>
                  <a:pt x="14011" y="202965"/>
                </a:lnTo>
                <a:lnTo>
                  <a:pt x="7167" y="151198"/>
                </a:lnTo>
                <a:lnTo>
                  <a:pt x="3759" y="111727"/>
                </a:lnTo>
                <a:lnTo>
                  <a:pt x="1390" y="68978"/>
                </a:lnTo>
                <a:lnTo>
                  <a:pt x="158" y="23541"/>
                </a:lnTo>
                <a:lnTo>
                  <a:pt x="0" y="0"/>
                </a:lnTo>
              </a:path>
            </a:pathLst>
          </a:custGeom>
          <a:ln w="9525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1691" y="2390795"/>
            <a:ext cx="1007110" cy="553678"/>
          </a:xfrm>
          <a:prstGeom prst="rect">
            <a:avLst/>
          </a:prstGeom>
          <a:solidFill>
            <a:srgbClr val="76B900"/>
          </a:solidFill>
        </p:spPr>
        <p:txBody>
          <a:bodyPr vert="horz" wrap="square" lIns="0" tIns="0" rIns="0" bIns="0" rtlCol="0">
            <a:spAutoFit/>
          </a:bodyPr>
          <a:lstStyle/>
          <a:p>
            <a:pPr marL="288925" marR="106680" indent="-175260">
              <a:lnSpc>
                <a:spcPct val="102000"/>
              </a:lnSpc>
            </a:pPr>
            <a:r>
              <a:rPr sz="1800" spc="-6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</a:t>
            </a:r>
            <a:r>
              <a:rPr sz="1800" spc="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1800" spc="-2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1800" spc="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spc="-1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+ 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GPU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93844" y="2390795"/>
            <a:ext cx="1007110" cy="276999"/>
          </a:xfrm>
          <a:prstGeom prst="rect">
            <a:avLst/>
          </a:prstGeom>
          <a:solidFill>
            <a:srgbClr val="008564"/>
          </a:solidFill>
        </p:spPr>
        <p:txBody>
          <a:bodyPr vert="horz" wrap="square" lIns="0" tIns="0" rIns="0" bIns="0" rtlCol="0">
            <a:spAutoFit/>
          </a:bodyPr>
          <a:lstStyle/>
          <a:p>
            <a:pPr marL="297815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CP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51691" y="3791901"/>
            <a:ext cx="2651125" cy="276999"/>
          </a:xfrm>
          <a:prstGeom prst="rect">
            <a:avLst/>
          </a:prstGeom>
          <a:solidFill>
            <a:srgbClr val="588B00"/>
          </a:solidFill>
        </p:spPr>
        <p:txBody>
          <a:bodyPr vert="horz" wrap="square" lIns="0" tIns="0" rIns="0" bIns="0" rtlCol="0">
            <a:spAutoFit/>
          </a:bodyPr>
          <a:lstStyle/>
          <a:p>
            <a:pPr marL="520065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800" spc="-1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fi</a:t>
            </a:r>
            <a:r>
              <a:rPr sz="1800" spc="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</a:t>
            </a:r>
            <a:r>
              <a:rPr sz="1800" spc="-1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1800" spc="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em</a:t>
            </a:r>
            <a:r>
              <a:rPr sz="1800" spc="-1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1800" spc="-1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y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369399" y="3397661"/>
            <a:ext cx="171450" cy="365760"/>
          </a:xfrm>
          <a:custGeom>
            <a:avLst/>
            <a:gdLst/>
            <a:ahLst/>
            <a:cxnLst/>
            <a:rect l="l" t="t" r="r" b="b"/>
            <a:pathLst>
              <a:path w="171450" h="365760">
                <a:moveTo>
                  <a:pt x="57151" y="251460"/>
                </a:moveTo>
                <a:lnTo>
                  <a:pt x="0" y="251461"/>
                </a:lnTo>
                <a:lnTo>
                  <a:pt x="85726" y="365760"/>
                </a:lnTo>
                <a:lnTo>
                  <a:pt x="150019" y="280035"/>
                </a:lnTo>
                <a:lnTo>
                  <a:pt x="57151" y="280035"/>
                </a:lnTo>
                <a:lnTo>
                  <a:pt x="57151" y="251460"/>
                </a:lnTo>
                <a:close/>
              </a:path>
              <a:path w="171450" h="365760">
                <a:moveTo>
                  <a:pt x="114301" y="251460"/>
                </a:moveTo>
                <a:lnTo>
                  <a:pt x="57151" y="251460"/>
                </a:lnTo>
                <a:lnTo>
                  <a:pt x="57151" y="280035"/>
                </a:lnTo>
                <a:lnTo>
                  <a:pt x="114301" y="280035"/>
                </a:lnTo>
                <a:lnTo>
                  <a:pt x="114301" y="251460"/>
                </a:lnTo>
                <a:close/>
              </a:path>
              <a:path w="171450" h="365760">
                <a:moveTo>
                  <a:pt x="171450" y="251460"/>
                </a:moveTo>
                <a:lnTo>
                  <a:pt x="114301" y="251460"/>
                </a:lnTo>
                <a:lnTo>
                  <a:pt x="114301" y="280035"/>
                </a:lnTo>
                <a:lnTo>
                  <a:pt x="150019" y="280035"/>
                </a:lnTo>
                <a:lnTo>
                  <a:pt x="171450" y="251460"/>
                </a:lnTo>
                <a:close/>
              </a:path>
              <a:path w="171450" h="365760">
                <a:moveTo>
                  <a:pt x="114300" y="114300"/>
                </a:moveTo>
                <a:lnTo>
                  <a:pt x="57150" y="114300"/>
                </a:lnTo>
                <a:lnTo>
                  <a:pt x="57151" y="251460"/>
                </a:lnTo>
                <a:lnTo>
                  <a:pt x="114301" y="251460"/>
                </a:lnTo>
                <a:lnTo>
                  <a:pt x="114300" y="114300"/>
                </a:lnTo>
                <a:close/>
              </a:path>
              <a:path w="171450" h="365760">
                <a:moveTo>
                  <a:pt x="85725" y="0"/>
                </a:moveTo>
                <a:lnTo>
                  <a:pt x="0" y="114301"/>
                </a:lnTo>
                <a:lnTo>
                  <a:pt x="57150" y="114300"/>
                </a:lnTo>
                <a:lnTo>
                  <a:pt x="57150" y="85725"/>
                </a:lnTo>
                <a:lnTo>
                  <a:pt x="150018" y="85725"/>
                </a:lnTo>
                <a:lnTo>
                  <a:pt x="85725" y="0"/>
                </a:lnTo>
                <a:close/>
              </a:path>
              <a:path w="171450" h="365760">
                <a:moveTo>
                  <a:pt x="114300" y="85725"/>
                </a:moveTo>
                <a:lnTo>
                  <a:pt x="57150" y="85725"/>
                </a:lnTo>
                <a:lnTo>
                  <a:pt x="57150" y="114300"/>
                </a:lnTo>
                <a:lnTo>
                  <a:pt x="114300" y="114300"/>
                </a:lnTo>
                <a:lnTo>
                  <a:pt x="114300" y="85725"/>
                </a:lnTo>
                <a:close/>
              </a:path>
              <a:path w="171450" h="365760">
                <a:moveTo>
                  <a:pt x="150018" y="85725"/>
                </a:moveTo>
                <a:lnTo>
                  <a:pt x="114300" y="85725"/>
                </a:lnTo>
                <a:lnTo>
                  <a:pt x="114300" y="114300"/>
                </a:lnTo>
                <a:lnTo>
                  <a:pt x="171450" y="114300"/>
                </a:lnTo>
                <a:lnTo>
                  <a:pt x="150018" y="85725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35364" y="3397661"/>
            <a:ext cx="123825" cy="365760"/>
          </a:xfrm>
          <a:custGeom>
            <a:avLst/>
            <a:gdLst/>
            <a:ahLst/>
            <a:cxnLst/>
            <a:rect l="l" t="t" r="r" b="b"/>
            <a:pathLst>
              <a:path w="123825" h="365760">
                <a:moveTo>
                  <a:pt x="41275" y="241935"/>
                </a:moveTo>
                <a:lnTo>
                  <a:pt x="0" y="241935"/>
                </a:lnTo>
                <a:lnTo>
                  <a:pt x="61913" y="365760"/>
                </a:lnTo>
                <a:lnTo>
                  <a:pt x="113506" y="262572"/>
                </a:lnTo>
                <a:lnTo>
                  <a:pt x="41275" y="262572"/>
                </a:lnTo>
                <a:lnTo>
                  <a:pt x="41275" y="241935"/>
                </a:lnTo>
                <a:close/>
              </a:path>
              <a:path w="123825" h="365760">
                <a:moveTo>
                  <a:pt x="82550" y="103187"/>
                </a:moveTo>
                <a:lnTo>
                  <a:pt x="41275" y="103187"/>
                </a:lnTo>
                <a:lnTo>
                  <a:pt x="41275" y="262572"/>
                </a:lnTo>
                <a:lnTo>
                  <a:pt x="82550" y="262572"/>
                </a:lnTo>
                <a:lnTo>
                  <a:pt x="82550" y="103187"/>
                </a:lnTo>
                <a:close/>
              </a:path>
              <a:path w="123825" h="365760">
                <a:moveTo>
                  <a:pt x="123825" y="241935"/>
                </a:moveTo>
                <a:lnTo>
                  <a:pt x="82550" y="241935"/>
                </a:lnTo>
                <a:lnTo>
                  <a:pt x="82550" y="262572"/>
                </a:lnTo>
                <a:lnTo>
                  <a:pt x="113506" y="262572"/>
                </a:lnTo>
                <a:lnTo>
                  <a:pt x="123825" y="241935"/>
                </a:lnTo>
                <a:close/>
              </a:path>
              <a:path w="123825" h="365760">
                <a:moveTo>
                  <a:pt x="61912" y="0"/>
                </a:moveTo>
                <a:lnTo>
                  <a:pt x="0" y="123825"/>
                </a:lnTo>
                <a:lnTo>
                  <a:pt x="41275" y="123825"/>
                </a:lnTo>
                <a:lnTo>
                  <a:pt x="41275" y="103187"/>
                </a:lnTo>
                <a:lnTo>
                  <a:pt x="113506" y="103187"/>
                </a:lnTo>
                <a:lnTo>
                  <a:pt x="61912" y="0"/>
                </a:lnTo>
                <a:close/>
              </a:path>
              <a:path w="123825" h="365760">
                <a:moveTo>
                  <a:pt x="113506" y="103187"/>
                </a:moveTo>
                <a:lnTo>
                  <a:pt x="82550" y="103187"/>
                </a:lnTo>
                <a:lnTo>
                  <a:pt x="82550" y="123825"/>
                </a:lnTo>
                <a:lnTo>
                  <a:pt x="123825" y="123825"/>
                </a:lnTo>
                <a:lnTo>
                  <a:pt x="113506" y="103187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35732" y="1907414"/>
            <a:ext cx="12811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20" dirty="0"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1800" b="1" spc="-10" dirty="0">
                <a:latin typeface="Comic Sans MS" panose="030F0702030302020204" pitchFamily="66" charset="0"/>
                <a:cs typeface="Calibri" panose="020F0502020204030204" pitchFamily="34" charset="0"/>
              </a:rPr>
              <a:t>UD</a:t>
            </a:r>
            <a:r>
              <a:rPr sz="1800" b="1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b="1" spc="-110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b="1" spc="-25" dirty="0">
                <a:latin typeface="Comic Sans MS" panose="030F0702030302020204" pitchFamily="66" charset="0"/>
                <a:cs typeface="Calibri" panose="020F0502020204030204" pitchFamily="34" charset="0"/>
              </a:rPr>
              <a:t>6</a:t>
            </a:r>
            <a:r>
              <a:rPr sz="1800" b="1" spc="-15" dirty="0">
                <a:latin typeface="Comic Sans MS" panose="030F0702030302020204" pitchFamily="66" charset="0"/>
                <a:cs typeface="Calibri" panose="020F0502020204030204" pitchFamily="34" charset="0"/>
              </a:rPr>
              <a:t>+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51690" y="5550967"/>
            <a:ext cx="2223987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omic Sans MS" panose="030F0702030302020204" pitchFamily="66" charset="0"/>
                <a:cs typeface="Arial" panose="020B0604020202020204" pitchFamily="34" charset="0"/>
              </a:rPr>
              <a:t>GP</a:t>
            </a:r>
            <a:r>
              <a:rPr sz="2000" dirty="0">
                <a:latin typeface="Comic Sans MS" panose="030F0702030302020204" pitchFamily="66" charset="0"/>
                <a:cs typeface="Arial" panose="020B0604020202020204" pitchFamily="34" charset="0"/>
              </a:rPr>
              <a:t>U</a:t>
            </a:r>
            <a:r>
              <a:rPr sz="2000" spc="-10" dirty="0"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sz="2000" spc="-5" dirty="0">
                <a:latin typeface="Comic Sans MS" panose="030F0702030302020204" pitchFamily="66" charset="0"/>
                <a:cs typeface="Arial" panose="020B0604020202020204" pitchFamily="34" charset="0"/>
              </a:rPr>
              <a:t>M</a:t>
            </a:r>
            <a:r>
              <a:rPr sz="2000" spc="5" dirty="0">
                <a:latin typeface="Comic Sans MS" panose="030F0702030302020204" pitchFamily="66" charset="0"/>
                <a:cs typeface="Arial" panose="020B0604020202020204" pitchFamily="34" charset="0"/>
              </a:rPr>
              <a:t>em</a:t>
            </a:r>
            <a:r>
              <a:rPr sz="2000" spc="-15" dirty="0">
                <a:latin typeface="Comic Sans MS" panose="030F0702030302020204" pitchFamily="66" charset="0"/>
                <a:cs typeface="Arial" panose="020B0604020202020204" pitchFamily="34" charset="0"/>
              </a:rPr>
              <a:t>or</a:t>
            </a:r>
            <a:r>
              <a:rPr sz="2000" dirty="0">
                <a:latin typeface="Comic Sans MS" panose="030F0702030302020204" pitchFamily="66" charset="0"/>
                <a:cs typeface="Arial" panose="020B0604020202020204" pitchFamily="34" charset="0"/>
              </a:rPr>
              <a:t>y</a:t>
            </a:r>
            <a:r>
              <a:rPr sz="2000" spc="-5" dirty="0"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sz="2000" spc="-15" dirty="0">
                <a:latin typeface="Comic Sans MS" panose="030F0702030302020204" pitchFamily="66" charset="0"/>
                <a:cs typeface="Arial" panose="020B0604020202020204" pitchFamily="34" charset="0"/>
              </a:rPr>
              <a:t>S</a:t>
            </a:r>
            <a:r>
              <a:rPr sz="2000" spc="-5" dirty="0">
                <a:latin typeface="Comic Sans MS" panose="030F0702030302020204" pitchFamily="66" charset="0"/>
                <a:cs typeface="Arial" panose="020B0604020202020204" pitchFamily="34" charset="0"/>
              </a:rPr>
              <a:t>ize</a:t>
            </a:r>
            <a:endParaRPr sz="2000" dirty="0"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691120" y="342900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统一内存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282251"/>
            <a:ext cx="9464040" cy="838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spc="-5" dirty="0">
                <a:latin typeface="Comic Sans MS" panose="030F0702030302020204" pitchFamily="66" charset="0"/>
              </a:rPr>
              <a:t>C</a:t>
            </a:r>
            <a:r>
              <a:rPr sz="3200" dirty="0">
                <a:latin typeface="Comic Sans MS" panose="030F0702030302020204" pitchFamily="66" charset="0"/>
              </a:rPr>
              <a:t>UD</a:t>
            </a:r>
            <a:r>
              <a:rPr sz="3200" spc="-25" dirty="0">
                <a:latin typeface="Comic Sans MS" panose="030F0702030302020204" pitchFamily="66" charset="0"/>
              </a:rPr>
              <a:t>A</a:t>
            </a:r>
            <a:r>
              <a:rPr sz="3200" spc="5" dirty="0">
                <a:latin typeface="Comic Sans MS" panose="030F0702030302020204" pitchFamily="66" charset="0"/>
              </a:rPr>
              <a:t> </a:t>
            </a:r>
            <a:r>
              <a:rPr sz="3200" spc="-5" dirty="0">
                <a:latin typeface="Comic Sans MS" panose="030F0702030302020204" pitchFamily="66" charset="0"/>
              </a:rPr>
              <a:t>8+</a:t>
            </a:r>
            <a:r>
              <a:rPr sz="3200" dirty="0">
                <a:latin typeface="Comic Sans MS" panose="030F0702030302020204" pitchFamily="66" charset="0"/>
              </a:rPr>
              <a:t>:</a:t>
            </a:r>
            <a:r>
              <a:rPr sz="3200" spc="5" dirty="0">
                <a:latin typeface="Comic Sans MS" panose="030F0702030302020204" pitchFamily="66" charset="0"/>
              </a:rPr>
              <a:t> </a:t>
            </a:r>
            <a:r>
              <a:rPr sz="3200" dirty="0">
                <a:latin typeface="Comic Sans MS" panose="030F0702030302020204" pitchFamily="66" charset="0"/>
              </a:rPr>
              <a:t>UN</a:t>
            </a:r>
            <a:r>
              <a:rPr sz="3200" spc="-5" dirty="0">
                <a:latin typeface="Comic Sans MS" panose="030F0702030302020204" pitchFamily="66" charset="0"/>
              </a:rPr>
              <a:t>IFI</a:t>
            </a:r>
            <a:r>
              <a:rPr sz="3200" spc="-30" dirty="0">
                <a:latin typeface="Comic Sans MS" panose="030F0702030302020204" pitchFamily="66" charset="0"/>
              </a:rPr>
              <a:t>E</a:t>
            </a:r>
            <a:r>
              <a:rPr sz="3200" dirty="0">
                <a:latin typeface="Comic Sans MS" panose="030F0702030302020204" pitchFamily="66" charset="0"/>
              </a:rPr>
              <a:t>D</a:t>
            </a:r>
            <a:r>
              <a:rPr sz="3200" spc="5" dirty="0">
                <a:latin typeface="Comic Sans MS" panose="030F0702030302020204" pitchFamily="66" charset="0"/>
              </a:rPr>
              <a:t> </a:t>
            </a:r>
            <a:r>
              <a:rPr sz="3200" spc="-5" dirty="0">
                <a:latin typeface="Comic Sans MS" panose="030F0702030302020204" pitchFamily="66" charset="0"/>
              </a:rPr>
              <a:t>M</a:t>
            </a:r>
            <a:r>
              <a:rPr sz="3200" spc="-10" dirty="0">
                <a:latin typeface="Comic Sans MS" panose="030F0702030302020204" pitchFamily="66" charset="0"/>
              </a:rPr>
              <a:t>E</a:t>
            </a:r>
            <a:r>
              <a:rPr sz="3200" spc="-5" dirty="0">
                <a:latin typeface="Comic Sans MS" panose="030F0702030302020204" pitchFamily="66" charset="0"/>
              </a:rPr>
              <a:t>MO</a:t>
            </a:r>
            <a:r>
              <a:rPr sz="3200" spc="5" dirty="0">
                <a:latin typeface="Comic Sans MS" panose="030F0702030302020204" pitchFamily="66" charset="0"/>
              </a:rPr>
              <a:t>R</a:t>
            </a:r>
            <a:r>
              <a:rPr sz="3200" dirty="0">
                <a:latin typeface="Comic Sans MS" panose="030F0702030302020204" pitchFamily="66" charset="0"/>
              </a:rPr>
              <a:t>Y</a:t>
            </a:r>
          </a:p>
          <a:p>
            <a:pPr marL="1270" algn="ctr">
              <a:lnSpc>
                <a:spcPct val="100000"/>
              </a:lnSpc>
              <a:spcBef>
                <a:spcPts val="310"/>
              </a:spcBef>
            </a:pPr>
            <a:r>
              <a:rPr sz="2000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D</a:t>
            </a:r>
            <a:r>
              <a:rPr sz="2000" spc="5" dirty="0">
                <a:solidFill>
                  <a:srgbClr val="76B900"/>
                </a:solidFill>
                <a:latin typeface="Comic Sans MS" panose="030F0702030302020204" pitchFamily="66" charset="0"/>
              </a:rPr>
              <a:t>em</a:t>
            </a:r>
            <a:r>
              <a:rPr sz="2000" dirty="0">
                <a:solidFill>
                  <a:srgbClr val="76B900"/>
                </a:solidFill>
                <a:latin typeface="Comic Sans MS" panose="030F0702030302020204" pitchFamily="66" charset="0"/>
              </a:rPr>
              <a:t>and</a:t>
            </a:r>
            <a:r>
              <a:rPr sz="2000" spc="-10" dirty="0">
                <a:solidFill>
                  <a:srgbClr val="76B900"/>
                </a:solidFill>
                <a:latin typeface="Comic Sans MS" panose="030F0702030302020204" pitchFamily="66" charset="0"/>
              </a:rPr>
              <a:t> </a:t>
            </a:r>
            <a:r>
              <a:rPr sz="2000" spc="-15" dirty="0">
                <a:solidFill>
                  <a:srgbClr val="76B900"/>
                </a:solidFill>
                <a:latin typeface="Comic Sans MS" panose="030F0702030302020204" pitchFamily="66" charset="0"/>
              </a:rPr>
              <a:t>P</a:t>
            </a:r>
            <a:r>
              <a:rPr sz="2000" dirty="0">
                <a:solidFill>
                  <a:srgbClr val="76B900"/>
                </a:solidFill>
                <a:latin typeface="Comic Sans MS" panose="030F0702030302020204" pitchFamily="66" charset="0"/>
              </a:rPr>
              <a:t>a</a:t>
            </a:r>
            <a:r>
              <a:rPr sz="2000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gi</a:t>
            </a:r>
            <a:r>
              <a:rPr sz="2000" dirty="0">
                <a:solidFill>
                  <a:srgbClr val="76B900"/>
                </a:solidFill>
                <a:latin typeface="Comic Sans MS" panose="030F0702030302020204" pitchFamily="66" charset="0"/>
              </a:rPr>
              <a:t>n</a:t>
            </a:r>
            <a:r>
              <a:rPr sz="2000" spc="-10" dirty="0">
                <a:solidFill>
                  <a:srgbClr val="76B900"/>
                </a:solidFill>
                <a:latin typeface="Comic Sans MS" panose="030F0702030302020204" pitchFamily="66" charset="0"/>
              </a:rPr>
              <a:t>g </a:t>
            </a:r>
            <a:r>
              <a:rPr sz="2000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F</a:t>
            </a:r>
            <a:r>
              <a:rPr sz="2000" spc="-15" dirty="0">
                <a:solidFill>
                  <a:srgbClr val="76B900"/>
                </a:solidFill>
                <a:latin typeface="Comic Sans MS" panose="030F0702030302020204" pitchFamily="66" charset="0"/>
              </a:rPr>
              <a:t>o</a:t>
            </a:r>
            <a:r>
              <a:rPr sz="2000" spc="-10" dirty="0">
                <a:solidFill>
                  <a:srgbClr val="76B900"/>
                </a:solidFill>
                <a:latin typeface="Comic Sans MS" panose="030F0702030302020204" pitchFamily="66" charset="0"/>
              </a:rPr>
              <a:t>r</a:t>
            </a:r>
            <a:r>
              <a:rPr sz="2000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 </a:t>
            </a:r>
            <a:r>
              <a:rPr sz="2000" spc="-15" dirty="0">
                <a:solidFill>
                  <a:srgbClr val="76B900"/>
                </a:solidFill>
                <a:latin typeface="Comic Sans MS" panose="030F0702030302020204" pitchFamily="66" charset="0"/>
              </a:rPr>
              <a:t>P</a:t>
            </a:r>
            <a:r>
              <a:rPr sz="2000" dirty="0">
                <a:solidFill>
                  <a:srgbClr val="76B900"/>
                </a:solidFill>
                <a:latin typeface="Comic Sans MS" panose="030F0702030302020204" pitchFamily="66" charset="0"/>
              </a:rPr>
              <a:t>a</a:t>
            </a:r>
            <a:r>
              <a:rPr sz="2000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sc</a:t>
            </a:r>
            <a:r>
              <a:rPr sz="2000" dirty="0">
                <a:solidFill>
                  <a:srgbClr val="76B900"/>
                </a:solidFill>
                <a:latin typeface="Comic Sans MS" panose="030F0702030302020204" pitchFamily="66" charset="0"/>
              </a:rPr>
              <a:t>a</a:t>
            </a:r>
            <a:r>
              <a:rPr sz="2000" spc="-10" dirty="0">
                <a:solidFill>
                  <a:srgbClr val="76B900"/>
                </a:solidFill>
                <a:latin typeface="Comic Sans MS" panose="030F0702030302020204" pitchFamily="66" charset="0"/>
              </a:rPr>
              <a:t>l</a:t>
            </a:r>
            <a:r>
              <a:rPr sz="2000" spc="-15" dirty="0">
                <a:solidFill>
                  <a:srgbClr val="76B900"/>
                </a:solidFill>
                <a:latin typeface="Comic Sans MS" panose="030F0702030302020204" pitchFamily="66" charset="0"/>
              </a:rPr>
              <a:t> </a:t>
            </a:r>
            <a:r>
              <a:rPr sz="2000" dirty="0">
                <a:solidFill>
                  <a:srgbClr val="76B900"/>
                </a:solidFill>
                <a:latin typeface="Comic Sans MS" panose="030F0702030302020204" pitchFamily="66" charset="0"/>
              </a:rPr>
              <a:t>and</a:t>
            </a:r>
            <a:r>
              <a:rPr sz="2000" spc="-10" dirty="0">
                <a:solidFill>
                  <a:srgbClr val="76B900"/>
                </a:solidFill>
                <a:latin typeface="Comic Sans MS" panose="030F0702030302020204" pitchFamily="66" charset="0"/>
              </a:rPr>
              <a:t> </a:t>
            </a:r>
            <a:r>
              <a:rPr sz="2000" spc="-25" dirty="0">
                <a:solidFill>
                  <a:srgbClr val="76B900"/>
                </a:solidFill>
                <a:latin typeface="Comic Sans MS" panose="030F0702030302020204" pitchFamily="66" charset="0"/>
              </a:rPr>
              <a:t>B</a:t>
            </a:r>
            <a:r>
              <a:rPr sz="2000" spc="5" dirty="0">
                <a:solidFill>
                  <a:srgbClr val="76B900"/>
                </a:solidFill>
                <a:latin typeface="Comic Sans MS" panose="030F0702030302020204" pitchFamily="66" charset="0"/>
              </a:rPr>
              <a:t>e</a:t>
            </a:r>
            <a:r>
              <a:rPr sz="2000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yo</a:t>
            </a:r>
            <a:r>
              <a:rPr sz="2000" dirty="0">
                <a:solidFill>
                  <a:srgbClr val="76B900"/>
                </a:solidFill>
                <a:latin typeface="Comic Sans MS" panose="030F0702030302020204" pitchFamily="66" charset="0"/>
              </a:rPr>
              <a:t>nd</a:t>
            </a:r>
            <a:endParaRPr sz="2000" dirty="0">
              <a:latin typeface="Comic Sans MS" panose="030F0702030302020204" pitchFamily="66" charset="0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xfrm>
            <a:off x="0" y="0"/>
            <a:ext cx="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ct val="100000"/>
              </a:lnSpc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6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57482" y="5029296"/>
            <a:ext cx="221418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20" dirty="0">
                <a:latin typeface="Comic Sans MS" panose="030F0702030302020204" pitchFamily="66" charset="0"/>
                <a:cs typeface="Calibri" panose="020F0502020204030204" pitchFamily="34" charset="0"/>
              </a:rPr>
              <a:t>ll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e </a:t>
            </a:r>
            <a:r>
              <a:rPr sz="1800" spc="-25" dirty="0">
                <a:latin typeface="Comic Sans MS" panose="030F0702030302020204" pitchFamily="66" charset="0"/>
                <a:cs typeface="Calibri" panose="020F0502020204030204" pitchFamily="34" charset="0"/>
              </a:rPr>
              <a:t>B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y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nd</a:t>
            </a:r>
          </a:p>
        </p:txBody>
      </p:sp>
      <p:sp>
        <p:nvSpPr>
          <p:cNvPr id="4" name="object 4"/>
          <p:cNvSpPr/>
          <p:nvPr/>
        </p:nvSpPr>
        <p:spPr>
          <a:xfrm>
            <a:off x="951791" y="4601929"/>
            <a:ext cx="2649220" cy="379730"/>
          </a:xfrm>
          <a:custGeom>
            <a:avLst/>
            <a:gdLst/>
            <a:ahLst/>
            <a:cxnLst/>
            <a:rect l="l" t="t" r="r" b="b"/>
            <a:pathLst>
              <a:path w="2649220" h="379729">
                <a:moveTo>
                  <a:pt x="2648919" y="0"/>
                </a:moveTo>
                <a:lnTo>
                  <a:pt x="2648230" y="40375"/>
                </a:lnTo>
                <a:lnTo>
                  <a:pt x="2644830" y="95380"/>
                </a:lnTo>
                <a:lnTo>
                  <a:pt x="2639007" y="141221"/>
                </a:lnTo>
                <a:lnTo>
                  <a:pt x="2628279" y="183242"/>
                </a:lnTo>
                <a:lnTo>
                  <a:pt x="1357307" y="197402"/>
                </a:lnTo>
                <a:lnTo>
                  <a:pt x="1353892" y="198452"/>
                </a:lnTo>
                <a:lnTo>
                  <a:pt x="1336119" y="243785"/>
                </a:lnTo>
                <a:lnTo>
                  <a:pt x="1329757" y="286868"/>
                </a:lnTo>
                <a:lnTo>
                  <a:pt x="1325702" y="339822"/>
                </a:lnTo>
                <a:lnTo>
                  <a:pt x="1324510" y="379225"/>
                </a:lnTo>
                <a:lnTo>
                  <a:pt x="1324285" y="360058"/>
                </a:lnTo>
                <a:lnTo>
                  <a:pt x="1321342" y="305041"/>
                </a:lnTo>
                <a:lnTo>
                  <a:pt x="1315453" y="257156"/>
                </a:lnTo>
                <a:lnTo>
                  <a:pt x="1304034" y="211979"/>
                </a:lnTo>
                <a:lnTo>
                  <a:pt x="32797" y="197402"/>
                </a:lnTo>
                <a:lnTo>
                  <a:pt x="29382" y="196351"/>
                </a:lnTo>
                <a:lnTo>
                  <a:pt x="11609" y="151019"/>
                </a:lnTo>
                <a:lnTo>
                  <a:pt x="5247" y="107936"/>
                </a:lnTo>
                <a:lnTo>
                  <a:pt x="1191" y="54981"/>
                </a:lnTo>
                <a:lnTo>
                  <a:pt x="433" y="35621"/>
                </a:lnTo>
                <a:lnTo>
                  <a:pt x="0" y="15579"/>
                </a:lnTo>
              </a:path>
            </a:pathLst>
          </a:custGeom>
          <a:ln w="9525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782567"/>
            <a:ext cx="4251960" cy="5882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04857" y="3778731"/>
            <a:ext cx="163576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800" spc="-1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fi</a:t>
            </a:r>
            <a:r>
              <a:rPr sz="1800" spc="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</a:t>
            </a:r>
            <a:r>
              <a:rPr sz="1800" spc="-1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1800" spc="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em</a:t>
            </a:r>
            <a:r>
              <a:rPr sz="1800" spc="-1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1800" spc="-1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y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1691" y="2390795"/>
            <a:ext cx="1007110" cy="553678"/>
          </a:xfrm>
          <a:prstGeom prst="rect">
            <a:avLst/>
          </a:prstGeom>
          <a:solidFill>
            <a:srgbClr val="76B900"/>
          </a:solidFill>
        </p:spPr>
        <p:txBody>
          <a:bodyPr vert="horz" wrap="square" lIns="0" tIns="0" rIns="0" bIns="0" rtlCol="0">
            <a:spAutoFit/>
          </a:bodyPr>
          <a:lstStyle/>
          <a:p>
            <a:pPr marL="288925" marR="121285" indent="-160655">
              <a:lnSpc>
                <a:spcPct val="102000"/>
              </a:lnSpc>
            </a:pPr>
            <a:r>
              <a:rPr sz="1800" spc="-9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2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+ 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GPU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93844" y="2390795"/>
            <a:ext cx="1007110" cy="276999"/>
          </a:xfrm>
          <a:prstGeom prst="rect">
            <a:avLst/>
          </a:prstGeom>
          <a:solidFill>
            <a:srgbClr val="008564"/>
          </a:solidFill>
        </p:spPr>
        <p:txBody>
          <a:bodyPr vert="horz" wrap="square" lIns="0" tIns="0" rIns="0" bIns="0" rtlCol="0">
            <a:spAutoFit/>
          </a:bodyPr>
          <a:lstStyle/>
          <a:p>
            <a:pPr marL="297815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CP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69399" y="3397661"/>
            <a:ext cx="171450" cy="365760"/>
          </a:xfrm>
          <a:custGeom>
            <a:avLst/>
            <a:gdLst/>
            <a:ahLst/>
            <a:cxnLst/>
            <a:rect l="l" t="t" r="r" b="b"/>
            <a:pathLst>
              <a:path w="171450" h="365760">
                <a:moveTo>
                  <a:pt x="57151" y="251460"/>
                </a:moveTo>
                <a:lnTo>
                  <a:pt x="0" y="251461"/>
                </a:lnTo>
                <a:lnTo>
                  <a:pt x="85726" y="365760"/>
                </a:lnTo>
                <a:lnTo>
                  <a:pt x="150019" y="280035"/>
                </a:lnTo>
                <a:lnTo>
                  <a:pt x="57151" y="280035"/>
                </a:lnTo>
                <a:lnTo>
                  <a:pt x="57151" y="251460"/>
                </a:lnTo>
                <a:close/>
              </a:path>
              <a:path w="171450" h="365760">
                <a:moveTo>
                  <a:pt x="114301" y="251460"/>
                </a:moveTo>
                <a:lnTo>
                  <a:pt x="57151" y="251460"/>
                </a:lnTo>
                <a:lnTo>
                  <a:pt x="57151" y="280035"/>
                </a:lnTo>
                <a:lnTo>
                  <a:pt x="114301" y="280035"/>
                </a:lnTo>
                <a:lnTo>
                  <a:pt x="114301" y="251460"/>
                </a:lnTo>
                <a:close/>
              </a:path>
              <a:path w="171450" h="365760">
                <a:moveTo>
                  <a:pt x="171450" y="251460"/>
                </a:moveTo>
                <a:lnTo>
                  <a:pt x="114301" y="251460"/>
                </a:lnTo>
                <a:lnTo>
                  <a:pt x="114301" y="280035"/>
                </a:lnTo>
                <a:lnTo>
                  <a:pt x="150019" y="280035"/>
                </a:lnTo>
                <a:lnTo>
                  <a:pt x="171450" y="251460"/>
                </a:lnTo>
                <a:close/>
              </a:path>
              <a:path w="171450" h="365760">
                <a:moveTo>
                  <a:pt x="114300" y="114300"/>
                </a:moveTo>
                <a:lnTo>
                  <a:pt x="57150" y="114300"/>
                </a:lnTo>
                <a:lnTo>
                  <a:pt x="57151" y="251460"/>
                </a:lnTo>
                <a:lnTo>
                  <a:pt x="114301" y="251460"/>
                </a:lnTo>
                <a:lnTo>
                  <a:pt x="114300" y="114300"/>
                </a:lnTo>
                <a:close/>
              </a:path>
              <a:path w="171450" h="365760">
                <a:moveTo>
                  <a:pt x="85725" y="0"/>
                </a:moveTo>
                <a:lnTo>
                  <a:pt x="0" y="114301"/>
                </a:lnTo>
                <a:lnTo>
                  <a:pt x="57150" y="114300"/>
                </a:lnTo>
                <a:lnTo>
                  <a:pt x="57150" y="85725"/>
                </a:lnTo>
                <a:lnTo>
                  <a:pt x="150018" y="85725"/>
                </a:lnTo>
                <a:lnTo>
                  <a:pt x="85725" y="0"/>
                </a:lnTo>
                <a:close/>
              </a:path>
              <a:path w="171450" h="365760">
                <a:moveTo>
                  <a:pt x="114300" y="85725"/>
                </a:moveTo>
                <a:lnTo>
                  <a:pt x="57150" y="85725"/>
                </a:lnTo>
                <a:lnTo>
                  <a:pt x="57150" y="114300"/>
                </a:lnTo>
                <a:lnTo>
                  <a:pt x="114300" y="114300"/>
                </a:lnTo>
                <a:lnTo>
                  <a:pt x="114300" y="85725"/>
                </a:lnTo>
                <a:close/>
              </a:path>
              <a:path w="171450" h="365760">
                <a:moveTo>
                  <a:pt x="150018" y="85725"/>
                </a:moveTo>
                <a:lnTo>
                  <a:pt x="114300" y="85725"/>
                </a:lnTo>
                <a:lnTo>
                  <a:pt x="114300" y="114300"/>
                </a:lnTo>
                <a:lnTo>
                  <a:pt x="171450" y="114300"/>
                </a:lnTo>
                <a:lnTo>
                  <a:pt x="150018" y="85725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35364" y="3397661"/>
            <a:ext cx="123825" cy="365760"/>
          </a:xfrm>
          <a:custGeom>
            <a:avLst/>
            <a:gdLst/>
            <a:ahLst/>
            <a:cxnLst/>
            <a:rect l="l" t="t" r="r" b="b"/>
            <a:pathLst>
              <a:path w="123825" h="365760">
                <a:moveTo>
                  <a:pt x="41275" y="241935"/>
                </a:moveTo>
                <a:lnTo>
                  <a:pt x="0" y="241935"/>
                </a:lnTo>
                <a:lnTo>
                  <a:pt x="61913" y="365760"/>
                </a:lnTo>
                <a:lnTo>
                  <a:pt x="113506" y="262572"/>
                </a:lnTo>
                <a:lnTo>
                  <a:pt x="41275" y="262572"/>
                </a:lnTo>
                <a:lnTo>
                  <a:pt x="41275" y="241935"/>
                </a:lnTo>
                <a:close/>
              </a:path>
              <a:path w="123825" h="365760">
                <a:moveTo>
                  <a:pt x="82550" y="103187"/>
                </a:moveTo>
                <a:lnTo>
                  <a:pt x="41275" y="103187"/>
                </a:lnTo>
                <a:lnTo>
                  <a:pt x="41275" y="262572"/>
                </a:lnTo>
                <a:lnTo>
                  <a:pt x="82550" y="262572"/>
                </a:lnTo>
                <a:lnTo>
                  <a:pt x="82550" y="103187"/>
                </a:lnTo>
                <a:close/>
              </a:path>
              <a:path w="123825" h="365760">
                <a:moveTo>
                  <a:pt x="123825" y="241935"/>
                </a:moveTo>
                <a:lnTo>
                  <a:pt x="82550" y="241935"/>
                </a:lnTo>
                <a:lnTo>
                  <a:pt x="82550" y="262572"/>
                </a:lnTo>
                <a:lnTo>
                  <a:pt x="113506" y="262572"/>
                </a:lnTo>
                <a:lnTo>
                  <a:pt x="123825" y="241935"/>
                </a:lnTo>
                <a:close/>
              </a:path>
              <a:path w="123825" h="365760">
                <a:moveTo>
                  <a:pt x="61912" y="0"/>
                </a:moveTo>
                <a:lnTo>
                  <a:pt x="0" y="123825"/>
                </a:lnTo>
                <a:lnTo>
                  <a:pt x="41275" y="123825"/>
                </a:lnTo>
                <a:lnTo>
                  <a:pt x="41275" y="103187"/>
                </a:lnTo>
                <a:lnTo>
                  <a:pt x="113506" y="103187"/>
                </a:lnTo>
                <a:lnTo>
                  <a:pt x="61912" y="0"/>
                </a:lnTo>
                <a:close/>
              </a:path>
              <a:path w="123825" h="365760">
                <a:moveTo>
                  <a:pt x="113506" y="103187"/>
                </a:moveTo>
                <a:lnTo>
                  <a:pt x="82550" y="103187"/>
                </a:lnTo>
                <a:lnTo>
                  <a:pt x="82550" y="123825"/>
                </a:lnTo>
                <a:lnTo>
                  <a:pt x="123825" y="123825"/>
                </a:lnTo>
                <a:lnTo>
                  <a:pt x="113506" y="103187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94821" y="1951279"/>
            <a:ext cx="114873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20" dirty="0"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1800" b="1" spc="-10" dirty="0">
                <a:latin typeface="Comic Sans MS" panose="030F0702030302020204" pitchFamily="66" charset="0"/>
                <a:cs typeface="Calibri" panose="020F0502020204030204" pitchFamily="34" charset="0"/>
              </a:rPr>
              <a:t>UD</a:t>
            </a:r>
            <a:r>
              <a:rPr sz="1800" b="1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b="1" spc="-110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b="1" spc="-25" dirty="0">
                <a:latin typeface="Comic Sans MS" panose="030F0702030302020204" pitchFamily="66" charset="0"/>
                <a:cs typeface="Calibri" panose="020F0502020204030204" pitchFamily="34" charset="0"/>
              </a:rPr>
              <a:t>8</a:t>
            </a:r>
            <a:r>
              <a:rPr sz="1800" b="1" spc="-15" dirty="0">
                <a:latin typeface="Comic Sans MS" panose="030F0702030302020204" pitchFamily="66" charset="0"/>
                <a:cs typeface="Calibri" panose="020F0502020204030204" pitchFamily="34" charset="0"/>
              </a:rPr>
              <a:t>+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398264" y="1972055"/>
            <a:ext cx="6208776" cy="12344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349496" y="2203704"/>
            <a:ext cx="1749552" cy="8382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427791" y="2005964"/>
            <a:ext cx="6128385" cy="1149985"/>
          </a:xfrm>
          <a:custGeom>
            <a:avLst/>
            <a:gdLst/>
            <a:ahLst/>
            <a:cxnLst/>
            <a:rect l="l" t="t" r="r" b="b"/>
            <a:pathLst>
              <a:path w="6128384" h="1149985">
                <a:moveTo>
                  <a:pt x="0" y="0"/>
                </a:moveTo>
                <a:lnTo>
                  <a:pt x="6127964" y="0"/>
                </a:lnTo>
                <a:lnTo>
                  <a:pt x="6127964" y="1149948"/>
                </a:lnTo>
                <a:lnTo>
                  <a:pt x="0" y="1149948"/>
                </a:lnTo>
                <a:lnTo>
                  <a:pt x="0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66729" y="2182368"/>
            <a:ext cx="1345565" cy="8272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000"/>
              </a:lnSpc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na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</a:t>
            </a:r>
            <a:r>
              <a:rPr sz="1800" spc="-1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 La</a:t>
            </a:r>
            <a:r>
              <a:rPr sz="1800" spc="-1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1800" spc="-1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 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M</a:t>
            </a:r>
            <a:r>
              <a:rPr sz="1800" spc="-1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od</a:t>
            </a:r>
            <a:r>
              <a:rPr sz="1800" spc="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spc="-1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1800" spc="-1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303468" y="2017909"/>
            <a:ext cx="4241800" cy="1109980"/>
          </a:xfrm>
          <a:custGeom>
            <a:avLst/>
            <a:gdLst/>
            <a:ahLst/>
            <a:cxnLst/>
            <a:rect l="l" t="t" r="r" b="b"/>
            <a:pathLst>
              <a:path w="4241800" h="1109980">
                <a:moveTo>
                  <a:pt x="4241800" y="0"/>
                </a:moveTo>
                <a:lnTo>
                  <a:pt x="378282" y="0"/>
                </a:lnTo>
                <a:lnTo>
                  <a:pt x="0" y="554915"/>
                </a:lnTo>
                <a:lnTo>
                  <a:pt x="378282" y="1109825"/>
                </a:lnTo>
                <a:lnTo>
                  <a:pt x="4241800" y="1109825"/>
                </a:lnTo>
                <a:lnTo>
                  <a:pt x="4241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303468" y="2017909"/>
            <a:ext cx="4241800" cy="1109980"/>
          </a:xfrm>
          <a:custGeom>
            <a:avLst/>
            <a:gdLst/>
            <a:ahLst/>
            <a:cxnLst/>
            <a:rect l="l" t="t" r="r" b="b"/>
            <a:pathLst>
              <a:path w="4241800" h="1109980">
                <a:moveTo>
                  <a:pt x="4241800" y="0"/>
                </a:moveTo>
                <a:lnTo>
                  <a:pt x="378283" y="0"/>
                </a:lnTo>
                <a:lnTo>
                  <a:pt x="0" y="554915"/>
                </a:lnTo>
                <a:lnTo>
                  <a:pt x="378283" y="1109826"/>
                </a:lnTo>
                <a:lnTo>
                  <a:pt x="4241800" y="1109826"/>
                </a:lnTo>
                <a:lnTo>
                  <a:pt x="4241800" y="0"/>
                </a:lnTo>
                <a:close/>
              </a:path>
            </a:pathLst>
          </a:custGeom>
          <a:ln w="25400">
            <a:solidFill>
              <a:srgbClr val="76B9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04148" y="2071921"/>
            <a:ext cx="3593465" cy="1048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0000"/>
              </a:lnSpc>
            </a:pPr>
            <a:r>
              <a:rPr sz="1800" spc="-20" dirty="0"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v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rs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u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b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rib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e 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G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U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mem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ory A</a:t>
            </a:r>
            <a:r>
              <a:rPr sz="1800" spc="-20" dirty="0">
                <a:latin typeface="Comic Sans MS" panose="030F0702030302020204" pitchFamily="66" charset="0"/>
                <a:cs typeface="Calibri" panose="020F0502020204030204" pitchFamily="34" charset="0"/>
              </a:rPr>
              <a:t>ll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e up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o 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y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m 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mem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ry 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z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</a:p>
        </p:txBody>
      </p:sp>
      <p:sp>
        <p:nvSpPr>
          <p:cNvPr id="19" name="object 19"/>
          <p:cNvSpPr/>
          <p:nvPr/>
        </p:nvSpPr>
        <p:spPr>
          <a:xfrm>
            <a:off x="4398264" y="4437888"/>
            <a:ext cx="6187440" cy="12344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349496" y="4532376"/>
            <a:ext cx="1972055" cy="111861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438434" y="4460896"/>
            <a:ext cx="6107430" cy="1149985"/>
          </a:xfrm>
          <a:custGeom>
            <a:avLst/>
            <a:gdLst/>
            <a:ahLst/>
            <a:cxnLst/>
            <a:rect l="l" t="t" r="r" b="b"/>
            <a:pathLst>
              <a:path w="6107430" h="1149985">
                <a:moveTo>
                  <a:pt x="0" y="0"/>
                </a:moveTo>
                <a:lnTo>
                  <a:pt x="6106833" y="0"/>
                </a:lnTo>
                <a:lnTo>
                  <a:pt x="6106833" y="1149948"/>
                </a:lnTo>
                <a:lnTo>
                  <a:pt x="0" y="1149948"/>
                </a:lnTo>
                <a:lnTo>
                  <a:pt x="0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21439" y="4534478"/>
            <a:ext cx="1635760" cy="1104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4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800" spc="-1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ne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12700" marR="5080">
              <a:lnSpc>
                <a:spcPct val="101000"/>
              </a:lnSpc>
              <a:spcBef>
                <a:spcPts val="25"/>
              </a:spcBef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800" spc="-1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fi</a:t>
            </a:r>
            <a:r>
              <a:rPr sz="1800" spc="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</a:t>
            </a:r>
            <a:r>
              <a:rPr sz="1800" spc="-1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1800" spc="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em</a:t>
            </a:r>
            <a:r>
              <a:rPr sz="1800" spc="-1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1800" spc="-1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y </a:t>
            </a:r>
            <a:r>
              <a:rPr sz="1800" spc="-9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1800" spc="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spc="-1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rfor</a:t>
            </a:r>
            <a:r>
              <a:rPr sz="1800" spc="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an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297035" y="4480957"/>
            <a:ext cx="4227195" cy="1109980"/>
          </a:xfrm>
          <a:custGeom>
            <a:avLst/>
            <a:gdLst/>
            <a:ahLst/>
            <a:cxnLst/>
            <a:rect l="l" t="t" r="r" b="b"/>
            <a:pathLst>
              <a:path w="4227195" h="1109979">
                <a:moveTo>
                  <a:pt x="4227173" y="0"/>
                </a:moveTo>
                <a:lnTo>
                  <a:pt x="378282" y="0"/>
                </a:lnTo>
                <a:lnTo>
                  <a:pt x="0" y="554915"/>
                </a:lnTo>
                <a:lnTo>
                  <a:pt x="378282" y="1109826"/>
                </a:lnTo>
                <a:lnTo>
                  <a:pt x="4227173" y="1109826"/>
                </a:lnTo>
                <a:lnTo>
                  <a:pt x="42271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297036" y="4480957"/>
            <a:ext cx="4227195" cy="1109980"/>
          </a:xfrm>
          <a:custGeom>
            <a:avLst/>
            <a:gdLst/>
            <a:ahLst/>
            <a:cxnLst/>
            <a:rect l="l" t="t" r="r" b="b"/>
            <a:pathLst>
              <a:path w="4227195" h="1109979">
                <a:moveTo>
                  <a:pt x="4227173" y="0"/>
                </a:moveTo>
                <a:lnTo>
                  <a:pt x="378282" y="0"/>
                </a:lnTo>
                <a:lnTo>
                  <a:pt x="0" y="554915"/>
                </a:lnTo>
                <a:lnTo>
                  <a:pt x="378282" y="1109826"/>
                </a:lnTo>
                <a:lnTo>
                  <a:pt x="4227173" y="1109826"/>
                </a:lnTo>
                <a:lnTo>
                  <a:pt x="4227173" y="0"/>
                </a:lnTo>
                <a:close/>
              </a:path>
            </a:pathLst>
          </a:custGeom>
          <a:ln w="25400">
            <a:solidFill>
              <a:srgbClr val="76B9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797309" y="4743247"/>
            <a:ext cx="3629660" cy="6862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9000"/>
              </a:lnSpc>
            </a:pP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Us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g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e h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s 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vi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 c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u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d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em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dvis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spc="-10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AP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I 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Exp</a:t>
            </a:r>
            <a:r>
              <a:rPr sz="1800" spc="-20" dirty="0"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ici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180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180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</a:t>
            </a:r>
            <a:r>
              <a:rPr sz="180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tc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</a:t>
            </a:r>
            <a:r>
              <a:rPr sz="18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r>
              <a:rPr sz="180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</a:t>
            </a:r>
            <a:r>
              <a:rPr sz="1800" spc="-110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AP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</a:p>
        </p:txBody>
      </p:sp>
      <p:sp>
        <p:nvSpPr>
          <p:cNvPr id="26" name="object 26"/>
          <p:cNvSpPr/>
          <p:nvPr/>
        </p:nvSpPr>
        <p:spPr>
          <a:xfrm>
            <a:off x="4398264" y="3200400"/>
            <a:ext cx="6208776" cy="123139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349496" y="3432047"/>
            <a:ext cx="1652016" cy="8382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439018" y="3221595"/>
            <a:ext cx="6127750" cy="1149985"/>
          </a:xfrm>
          <a:custGeom>
            <a:avLst/>
            <a:gdLst/>
            <a:ahLst/>
            <a:cxnLst/>
            <a:rect l="l" t="t" r="r" b="b"/>
            <a:pathLst>
              <a:path w="6127750" h="1149985">
                <a:moveTo>
                  <a:pt x="0" y="0"/>
                </a:moveTo>
                <a:lnTo>
                  <a:pt x="6127381" y="0"/>
                </a:lnTo>
                <a:lnTo>
                  <a:pt x="6127381" y="1149948"/>
                </a:lnTo>
                <a:lnTo>
                  <a:pt x="0" y="1149948"/>
                </a:lnTo>
                <a:lnTo>
                  <a:pt x="0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66729" y="3325587"/>
            <a:ext cx="1315085" cy="8348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2000"/>
              </a:lnSpc>
            </a:pP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800" spc="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pl</a:t>
            </a:r>
            <a:r>
              <a:rPr sz="1800" spc="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spc="-1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 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80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10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Ac</a:t>
            </a:r>
            <a:r>
              <a:rPr sz="1800" spc="-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1800" spc="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spc="-15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ss</a:t>
            </a:r>
            <a:r>
              <a:rPr sz="1800" spc="-10" dirty="0">
                <a:solidFill>
                  <a:srgbClr val="FFFFFF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303873" y="3245299"/>
            <a:ext cx="4241800" cy="1109980"/>
          </a:xfrm>
          <a:custGeom>
            <a:avLst/>
            <a:gdLst/>
            <a:ahLst/>
            <a:cxnLst/>
            <a:rect l="l" t="t" r="r" b="b"/>
            <a:pathLst>
              <a:path w="4241800" h="1109979">
                <a:moveTo>
                  <a:pt x="4241396" y="0"/>
                </a:moveTo>
                <a:lnTo>
                  <a:pt x="378283" y="0"/>
                </a:lnTo>
                <a:lnTo>
                  <a:pt x="0" y="554913"/>
                </a:lnTo>
                <a:lnTo>
                  <a:pt x="378283" y="1109826"/>
                </a:lnTo>
                <a:lnTo>
                  <a:pt x="4241396" y="1109826"/>
                </a:lnTo>
                <a:lnTo>
                  <a:pt x="42413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303873" y="3245299"/>
            <a:ext cx="4241800" cy="1109980"/>
          </a:xfrm>
          <a:custGeom>
            <a:avLst/>
            <a:gdLst/>
            <a:ahLst/>
            <a:cxnLst/>
            <a:rect l="l" t="t" r="r" b="b"/>
            <a:pathLst>
              <a:path w="4241800" h="1109979">
                <a:moveTo>
                  <a:pt x="4241396" y="0"/>
                </a:moveTo>
                <a:lnTo>
                  <a:pt x="378284" y="0"/>
                </a:lnTo>
                <a:lnTo>
                  <a:pt x="0" y="554913"/>
                </a:lnTo>
                <a:lnTo>
                  <a:pt x="378284" y="1109826"/>
                </a:lnTo>
                <a:lnTo>
                  <a:pt x="4241396" y="1109826"/>
                </a:lnTo>
                <a:lnTo>
                  <a:pt x="4241396" y="0"/>
                </a:lnTo>
                <a:close/>
              </a:path>
            </a:pathLst>
          </a:custGeom>
          <a:ln w="25400">
            <a:solidFill>
              <a:srgbClr val="76B900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97309" y="3379200"/>
            <a:ext cx="3582670" cy="9079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Comic Sans MS" panose="030F0702030302020204" pitchFamily="66" charset="0"/>
                <a:cs typeface="Calibri" panose="020F0502020204030204" pitchFamily="34" charset="0"/>
              </a:rPr>
              <a:t>CP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U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/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G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U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</a:t>
            </a:r>
            <a:r>
              <a:rPr sz="180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180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</a:t>
            </a:r>
            <a:r>
              <a:rPr sz="180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180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r>
              <a:rPr sz="18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180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U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fi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d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mem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y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op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tio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23596" y="5522339"/>
            <a:ext cx="237735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GP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U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em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or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y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ize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6247" y="197145"/>
            <a:ext cx="8515478" cy="430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7180">
              <a:lnSpc>
                <a:spcPct val="100000"/>
              </a:lnSpc>
            </a:pPr>
            <a:r>
              <a:rPr sz="2800" spc="5" dirty="0">
                <a:latin typeface="Comic Sans MS" panose="030F0702030302020204" pitchFamily="66" charset="0"/>
              </a:rPr>
              <a:t>S</a:t>
            </a:r>
            <a:r>
              <a:rPr sz="2800" spc="-5" dirty="0">
                <a:latin typeface="Comic Sans MS" panose="030F0702030302020204" pitchFamily="66" charset="0"/>
              </a:rPr>
              <a:t>IM</a:t>
            </a:r>
            <a:r>
              <a:rPr sz="2800" spc="-20" dirty="0">
                <a:latin typeface="Comic Sans MS" panose="030F0702030302020204" pitchFamily="66" charset="0"/>
              </a:rPr>
              <a:t>P</a:t>
            </a:r>
            <a:r>
              <a:rPr sz="2800" dirty="0">
                <a:latin typeface="Comic Sans MS" panose="030F0702030302020204" pitchFamily="66" charset="0"/>
              </a:rPr>
              <a:t>L</a:t>
            </a:r>
            <a:r>
              <a:rPr sz="2800" spc="-5" dirty="0">
                <a:latin typeface="Comic Sans MS" panose="030F0702030302020204" pitchFamily="66" charset="0"/>
              </a:rPr>
              <a:t>I</a:t>
            </a:r>
            <a:r>
              <a:rPr sz="2800" spc="-25" dirty="0">
                <a:latin typeface="Comic Sans MS" panose="030F0702030302020204" pitchFamily="66" charset="0"/>
              </a:rPr>
              <a:t>F</a:t>
            </a:r>
            <a:r>
              <a:rPr sz="2800" spc="-5" dirty="0">
                <a:latin typeface="Comic Sans MS" panose="030F0702030302020204" pitchFamily="66" charset="0"/>
              </a:rPr>
              <a:t>I</a:t>
            </a:r>
            <a:r>
              <a:rPr sz="2800" spc="-25" dirty="0">
                <a:latin typeface="Comic Sans MS" panose="030F0702030302020204" pitchFamily="66" charset="0"/>
              </a:rPr>
              <a:t>E</a:t>
            </a:r>
            <a:r>
              <a:rPr sz="2800" dirty="0">
                <a:latin typeface="Comic Sans MS" panose="030F0702030302020204" pitchFamily="66" charset="0"/>
              </a:rPr>
              <a:t>D</a:t>
            </a:r>
            <a:r>
              <a:rPr sz="2800" spc="5" dirty="0">
                <a:latin typeface="Comic Sans MS" panose="030F0702030302020204" pitchFamily="66" charset="0"/>
              </a:rPr>
              <a:t> </a:t>
            </a:r>
            <a:r>
              <a:rPr sz="2800" spc="-5" dirty="0">
                <a:latin typeface="Comic Sans MS" panose="030F0702030302020204" pitchFamily="66" charset="0"/>
              </a:rPr>
              <a:t>M</a:t>
            </a:r>
            <a:r>
              <a:rPr sz="2800" spc="-25" dirty="0">
                <a:latin typeface="Comic Sans MS" panose="030F0702030302020204" pitchFamily="66" charset="0"/>
              </a:rPr>
              <a:t>E</a:t>
            </a:r>
            <a:r>
              <a:rPr sz="2800" spc="-5" dirty="0">
                <a:latin typeface="Comic Sans MS" panose="030F0702030302020204" pitchFamily="66" charset="0"/>
              </a:rPr>
              <a:t>M</a:t>
            </a:r>
            <a:r>
              <a:rPr sz="2800" spc="-30" dirty="0">
                <a:latin typeface="Comic Sans MS" panose="030F0702030302020204" pitchFamily="66" charset="0"/>
              </a:rPr>
              <a:t>O</a:t>
            </a:r>
            <a:r>
              <a:rPr sz="2800" spc="5" dirty="0">
                <a:latin typeface="Comic Sans MS" panose="030F0702030302020204" pitchFamily="66" charset="0"/>
              </a:rPr>
              <a:t>R</a:t>
            </a:r>
            <a:r>
              <a:rPr sz="2800" dirty="0">
                <a:latin typeface="Comic Sans MS" panose="030F0702030302020204" pitchFamily="66" charset="0"/>
              </a:rPr>
              <a:t>Y</a:t>
            </a:r>
            <a:r>
              <a:rPr sz="2800" spc="-5" dirty="0">
                <a:latin typeface="Comic Sans MS" panose="030F0702030302020204" pitchFamily="66" charset="0"/>
              </a:rPr>
              <a:t> M</a:t>
            </a:r>
            <a:r>
              <a:rPr sz="2800" spc="-25" dirty="0">
                <a:latin typeface="Comic Sans MS" panose="030F0702030302020204" pitchFamily="66" charset="0"/>
              </a:rPr>
              <a:t>A</a:t>
            </a:r>
            <a:r>
              <a:rPr sz="2800" dirty="0">
                <a:latin typeface="Comic Sans MS" panose="030F0702030302020204" pitchFamily="66" charset="0"/>
              </a:rPr>
              <a:t>N</a:t>
            </a:r>
            <a:r>
              <a:rPr sz="2800" spc="-25" dirty="0">
                <a:latin typeface="Comic Sans MS" panose="030F0702030302020204" pitchFamily="66" charset="0"/>
              </a:rPr>
              <a:t>A</a:t>
            </a:r>
            <a:r>
              <a:rPr sz="2800" dirty="0">
                <a:latin typeface="Comic Sans MS" panose="030F0702030302020204" pitchFamily="66" charset="0"/>
              </a:rPr>
              <a:t>G</a:t>
            </a:r>
            <a:r>
              <a:rPr sz="2800" spc="-25" dirty="0">
                <a:latin typeface="Comic Sans MS" panose="030F0702030302020204" pitchFamily="66" charset="0"/>
              </a:rPr>
              <a:t>E</a:t>
            </a:r>
            <a:r>
              <a:rPr sz="2800" spc="-5" dirty="0">
                <a:latin typeface="Comic Sans MS" panose="030F0702030302020204" pitchFamily="66" charset="0"/>
              </a:rPr>
              <a:t>M</a:t>
            </a:r>
            <a:r>
              <a:rPr sz="2800" spc="-25" dirty="0">
                <a:latin typeface="Comic Sans MS" panose="030F0702030302020204" pitchFamily="66" charset="0"/>
              </a:rPr>
              <a:t>E</a:t>
            </a:r>
            <a:r>
              <a:rPr sz="2800" dirty="0">
                <a:latin typeface="Comic Sans MS" panose="030F0702030302020204" pitchFamily="66" charset="0"/>
              </a:rPr>
              <a:t>N</a:t>
            </a:r>
            <a:r>
              <a:rPr sz="2800" spc="-25" dirty="0">
                <a:latin typeface="Comic Sans MS" panose="030F0702030302020204" pitchFamily="66" charset="0"/>
              </a:rPr>
              <a:t>T</a:t>
            </a:r>
            <a:r>
              <a:rPr sz="2800" spc="-5" dirty="0">
                <a:latin typeface="Comic Sans MS" panose="030F0702030302020204" pitchFamily="66" charset="0"/>
              </a:rPr>
              <a:t> C</a:t>
            </a:r>
            <a:r>
              <a:rPr sz="2800" spc="-30" dirty="0">
                <a:latin typeface="Comic Sans MS" panose="030F0702030302020204" pitchFamily="66" charset="0"/>
              </a:rPr>
              <a:t>O</a:t>
            </a:r>
            <a:r>
              <a:rPr sz="2800" spc="-25" dirty="0">
                <a:latin typeface="Comic Sans MS" panose="030F0702030302020204" pitchFamily="66" charset="0"/>
              </a:rPr>
              <a:t>DE</a:t>
            </a:r>
          </a:p>
        </p:txBody>
      </p:sp>
      <p:sp>
        <p:nvSpPr>
          <p:cNvPr id="3" name="object 3"/>
          <p:cNvSpPr/>
          <p:nvPr/>
        </p:nvSpPr>
        <p:spPr>
          <a:xfrm>
            <a:off x="1176527" y="4315967"/>
            <a:ext cx="5352288" cy="8534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22872" y="2049274"/>
            <a:ext cx="4153535" cy="3043555"/>
          </a:xfrm>
          <a:custGeom>
            <a:avLst/>
            <a:gdLst/>
            <a:ahLst/>
            <a:cxnLst/>
            <a:rect l="l" t="t" r="r" b="b"/>
            <a:pathLst>
              <a:path w="4153535" h="3043554">
                <a:moveTo>
                  <a:pt x="4066962" y="0"/>
                </a:moveTo>
                <a:lnTo>
                  <a:pt x="0" y="0"/>
                </a:lnTo>
                <a:lnTo>
                  <a:pt x="0" y="2956850"/>
                </a:lnTo>
                <a:lnTo>
                  <a:pt x="86396" y="3043247"/>
                </a:lnTo>
                <a:lnTo>
                  <a:pt x="4153358" y="3043247"/>
                </a:lnTo>
                <a:lnTo>
                  <a:pt x="4153358" y="86395"/>
                </a:lnTo>
                <a:lnTo>
                  <a:pt x="4066962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34584" y="4319015"/>
            <a:ext cx="5535168" cy="8564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86400" y="2049274"/>
            <a:ext cx="4637405" cy="3043555"/>
          </a:xfrm>
          <a:custGeom>
            <a:avLst/>
            <a:gdLst/>
            <a:ahLst/>
            <a:cxnLst/>
            <a:rect l="l" t="t" r="r" b="b"/>
            <a:pathLst>
              <a:path w="4637405" h="3043554">
                <a:moveTo>
                  <a:pt x="4550916" y="0"/>
                </a:moveTo>
                <a:lnTo>
                  <a:pt x="0" y="0"/>
                </a:lnTo>
                <a:lnTo>
                  <a:pt x="0" y="2956850"/>
                </a:lnTo>
                <a:lnTo>
                  <a:pt x="86396" y="3043247"/>
                </a:lnTo>
                <a:lnTo>
                  <a:pt x="4637313" y="3043247"/>
                </a:lnTo>
                <a:lnTo>
                  <a:pt x="4637313" y="86396"/>
                </a:lnTo>
                <a:lnTo>
                  <a:pt x="4550916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86400" y="2049274"/>
            <a:ext cx="4637405" cy="3043555"/>
          </a:xfrm>
          <a:custGeom>
            <a:avLst/>
            <a:gdLst/>
            <a:ahLst/>
            <a:cxnLst/>
            <a:rect l="l" t="t" r="r" b="b"/>
            <a:pathLst>
              <a:path w="4637405" h="3043554">
                <a:moveTo>
                  <a:pt x="0" y="0"/>
                </a:moveTo>
                <a:lnTo>
                  <a:pt x="4550917" y="0"/>
                </a:lnTo>
                <a:lnTo>
                  <a:pt x="4637314" y="86396"/>
                </a:lnTo>
                <a:lnTo>
                  <a:pt x="4637314" y="3043248"/>
                </a:lnTo>
                <a:lnTo>
                  <a:pt x="86396" y="3043248"/>
                </a:lnTo>
                <a:lnTo>
                  <a:pt x="0" y="2956851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ct val="10000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5608327" y="4760380"/>
            <a:ext cx="13271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}</a:t>
            </a:r>
            <a:endParaRPr sz="140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12" name="object 9"/>
          <p:cNvSpPr txBox="1"/>
          <p:nvPr/>
        </p:nvSpPr>
        <p:spPr>
          <a:xfrm>
            <a:off x="5608327" y="1614056"/>
            <a:ext cx="4281170" cy="31541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9320"/>
            <a:r>
              <a:rPr b="1" spc="-5" dirty="0">
                <a:solidFill>
                  <a:srgbClr val="76B900"/>
                </a:solidFill>
                <a:latin typeface="Comic Sans MS" panose="030F0702030302020204" pitchFamily="66" charset="0"/>
                <a:cs typeface="Trebuchet MS" panose="020B0603020202020204"/>
              </a:rPr>
              <a:t>O</a:t>
            </a:r>
            <a:r>
              <a:rPr b="1" spc="5" dirty="0">
                <a:solidFill>
                  <a:srgbClr val="76B900"/>
                </a:solidFill>
                <a:latin typeface="Comic Sans MS" panose="030F0702030302020204" pitchFamily="66" charset="0"/>
                <a:cs typeface="Trebuchet MS" panose="020B0603020202020204"/>
              </a:rPr>
              <a:t>r</a:t>
            </a:r>
            <a:r>
              <a:rPr b="1" spc="-10" dirty="0">
                <a:solidFill>
                  <a:srgbClr val="76B900"/>
                </a:solidFill>
                <a:latin typeface="Comic Sans MS" panose="030F0702030302020204" pitchFamily="66" charset="0"/>
                <a:cs typeface="Trebuchet MS" panose="020B0603020202020204"/>
              </a:rPr>
              <a:t>d</a:t>
            </a:r>
            <a:r>
              <a:rPr b="1" dirty="0">
                <a:solidFill>
                  <a:srgbClr val="76B900"/>
                </a:solidFill>
                <a:latin typeface="Comic Sans MS" panose="030F0702030302020204" pitchFamily="66" charset="0"/>
                <a:cs typeface="Trebuchet MS" panose="020B0603020202020204"/>
              </a:rPr>
              <a:t>in</a:t>
            </a:r>
            <a:r>
              <a:rPr b="1" spc="-10" dirty="0">
                <a:solidFill>
                  <a:srgbClr val="76B900"/>
                </a:solidFill>
                <a:latin typeface="Comic Sans MS" panose="030F0702030302020204" pitchFamily="66" charset="0"/>
                <a:cs typeface="Trebuchet MS" panose="020B0603020202020204"/>
              </a:rPr>
              <a:t>a</a:t>
            </a:r>
            <a:r>
              <a:rPr b="1" spc="5" dirty="0">
                <a:solidFill>
                  <a:srgbClr val="76B900"/>
                </a:solidFill>
                <a:latin typeface="Comic Sans MS" panose="030F0702030302020204" pitchFamily="66" charset="0"/>
                <a:cs typeface="Trebuchet MS" panose="020B0603020202020204"/>
              </a:rPr>
              <a:t>r</a:t>
            </a:r>
            <a:r>
              <a:rPr b="1" spc="-10" dirty="0">
                <a:solidFill>
                  <a:srgbClr val="76B900"/>
                </a:solidFill>
                <a:latin typeface="Comic Sans MS" panose="030F0702030302020204" pitchFamily="66" charset="0"/>
                <a:cs typeface="Trebuchet MS" panose="020B0603020202020204"/>
              </a:rPr>
              <a:t>y</a:t>
            </a:r>
            <a:r>
              <a:rPr b="1" spc="-5" dirty="0">
                <a:solidFill>
                  <a:srgbClr val="76B900"/>
                </a:solidFill>
                <a:latin typeface="Comic Sans MS" panose="030F0702030302020204" pitchFamily="66" charset="0"/>
                <a:cs typeface="Trebuchet MS" panose="020B0603020202020204"/>
              </a:rPr>
              <a:t> </a:t>
            </a:r>
            <a:r>
              <a:rPr b="1" spc="-20" dirty="0">
                <a:solidFill>
                  <a:srgbClr val="76B900"/>
                </a:solidFill>
                <a:latin typeface="Comic Sans MS" panose="030F0702030302020204" pitchFamily="66" charset="0"/>
                <a:cs typeface="Trebuchet MS" panose="020B0603020202020204"/>
              </a:rPr>
              <a:t>C</a:t>
            </a:r>
            <a:r>
              <a:rPr b="1" spc="-15" dirty="0">
                <a:solidFill>
                  <a:srgbClr val="76B900"/>
                </a:solidFill>
                <a:latin typeface="Comic Sans MS" panose="030F0702030302020204" pitchFamily="66" charset="0"/>
                <a:cs typeface="Trebuchet MS" panose="020B0603020202020204"/>
              </a:rPr>
              <a:t>U</a:t>
            </a:r>
            <a:r>
              <a:rPr b="1" spc="-10" dirty="0">
                <a:solidFill>
                  <a:srgbClr val="76B900"/>
                </a:solidFill>
                <a:latin typeface="Comic Sans MS" panose="030F0702030302020204" pitchFamily="66" charset="0"/>
                <a:cs typeface="Trebuchet MS" panose="020B0603020202020204"/>
              </a:rPr>
              <a:t>D</a:t>
            </a:r>
            <a:r>
              <a:rPr b="1" dirty="0">
                <a:solidFill>
                  <a:srgbClr val="76B900"/>
                </a:solidFill>
                <a:latin typeface="Comic Sans MS" panose="030F0702030302020204" pitchFamily="66" charset="0"/>
                <a:cs typeface="Trebuchet MS" panose="020B0603020202020204"/>
              </a:rPr>
              <a:t>A</a:t>
            </a:r>
            <a:r>
              <a:rPr b="1" spc="-10" dirty="0">
                <a:solidFill>
                  <a:srgbClr val="76B900"/>
                </a:solidFill>
                <a:latin typeface="Comic Sans MS" panose="030F0702030302020204" pitchFamily="66" charset="0"/>
                <a:cs typeface="Trebuchet MS" panose="020B0603020202020204"/>
              </a:rPr>
              <a:t> </a:t>
            </a:r>
            <a:r>
              <a:rPr b="1" spc="-20" dirty="0">
                <a:solidFill>
                  <a:srgbClr val="76B900"/>
                </a:solidFill>
                <a:latin typeface="Comic Sans MS" panose="030F0702030302020204" pitchFamily="66" charset="0"/>
                <a:cs typeface="Trebuchet MS" panose="020B0603020202020204"/>
              </a:rPr>
              <a:t>C</a:t>
            </a:r>
            <a:r>
              <a:rPr b="1" spc="-25" dirty="0">
                <a:solidFill>
                  <a:srgbClr val="76B900"/>
                </a:solidFill>
                <a:latin typeface="Comic Sans MS" panose="030F0702030302020204" pitchFamily="66" charset="0"/>
                <a:cs typeface="Trebuchet MS" panose="020B0603020202020204"/>
              </a:rPr>
              <a:t>o</a:t>
            </a:r>
            <a:r>
              <a:rPr b="1" spc="-10" dirty="0">
                <a:solidFill>
                  <a:srgbClr val="76B900"/>
                </a:solidFill>
                <a:latin typeface="Comic Sans MS" panose="030F0702030302020204" pitchFamily="66" charset="0"/>
                <a:cs typeface="Trebuchet MS" panose="020B0603020202020204"/>
              </a:rPr>
              <a:t>d</a:t>
            </a:r>
            <a:r>
              <a:rPr b="1" spc="-15" dirty="0">
                <a:solidFill>
                  <a:srgbClr val="76B900"/>
                </a:solidFill>
                <a:latin typeface="Comic Sans MS" panose="030F0702030302020204" pitchFamily="66" charset="0"/>
                <a:cs typeface="Trebuchet MS" panose="020B0603020202020204"/>
              </a:rPr>
              <a:t>e</a:t>
            </a:r>
            <a:endParaRPr dirty="0">
              <a:solidFill>
                <a:prstClr val="black"/>
              </a:solidFill>
              <a:latin typeface="Comic Sans MS" panose="030F0702030302020204" pitchFamily="66" charset="0"/>
              <a:cs typeface="Trebuchet MS" panose="020B0603020202020204"/>
            </a:endParaRPr>
          </a:p>
          <a:p>
            <a:pPr>
              <a:spcBef>
                <a:spcPts val="0"/>
              </a:spcBef>
            </a:pPr>
            <a:endParaRPr sz="1850" dirty="0">
              <a:solidFill>
                <a:prstClr val="black"/>
              </a:solidFill>
              <a:latin typeface="Comic Sans MS" panose="030F0702030302020204" pitchFamily="66" charset="0"/>
              <a:cs typeface="Times New Roman" panose="02020603050405020304"/>
            </a:endParaRPr>
          </a:p>
          <a:p>
            <a:pPr marL="225425" marR="855345" indent="-212725">
              <a:lnSpc>
                <a:spcPct val="101000"/>
              </a:lnSpc>
            </a:pPr>
            <a:r>
              <a:rPr sz="1400" spc="-2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voi</a:t>
            </a:r>
            <a:r>
              <a:rPr sz="1400" spc="-1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d</a:t>
            </a:r>
            <a:r>
              <a:rPr sz="1400" spc="-15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sortfile(FIL</a:t>
            </a:r>
            <a:r>
              <a:rPr sz="1400" spc="-1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E</a:t>
            </a:r>
            <a:r>
              <a:rPr sz="1400" spc="-2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 *fp</a:t>
            </a:r>
            <a:r>
              <a:rPr sz="1400" spc="-1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sz="1400" spc="-15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in</a:t>
            </a:r>
            <a:r>
              <a:rPr sz="1400" spc="-1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t</a:t>
            </a:r>
            <a:r>
              <a:rPr sz="1400" spc="-15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N</a:t>
            </a:r>
            <a:r>
              <a:rPr sz="1400" spc="-1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)</a:t>
            </a:r>
            <a:r>
              <a:rPr sz="1400" spc="-15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{ </a:t>
            </a:r>
            <a:r>
              <a:rPr sz="1400" spc="-2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cha</a:t>
            </a:r>
            <a:r>
              <a:rPr sz="1400" spc="-1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r</a:t>
            </a:r>
            <a:r>
              <a:rPr sz="1400" spc="-15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*data</a:t>
            </a:r>
            <a:r>
              <a:rPr sz="1400" spc="-1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sz="1400" spc="-2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 *d_data</a:t>
            </a:r>
            <a:r>
              <a:rPr sz="1400" spc="-1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;</a:t>
            </a:r>
            <a:endParaRPr sz="1400" dirty="0">
              <a:solidFill>
                <a:prstClr val="black"/>
              </a:solidFill>
              <a:latin typeface="Comic Sans MS" panose="030F0702030302020204" pitchFamily="66" charset="0"/>
              <a:cs typeface="Lucida Console" panose="020B0609040504020204"/>
            </a:endParaRPr>
          </a:p>
          <a:p>
            <a:pPr marL="225425" marR="1388110">
              <a:lnSpc>
                <a:spcPct val="99000"/>
              </a:lnSpc>
              <a:spcBef>
                <a:spcPts val="20"/>
              </a:spcBef>
            </a:pPr>
            <a:r>
              <a:rPr sz="1400" spc="-20" dirty="0">
                <a:solidFill>
                  <a:srgbClr val="5E5E5E"/>
                </a:solidFill>
                <a:latin typeface="Comic Sans MS" panose="030F0702030302020204" pitchFamily="66" charset="0"/>
                <a:cs typeface="Lucida Console" panose="020B0609040504020204"/>
              </a:rPr>
              <a:t>dat</a:t>
            </a:r>
            <a:r>
              <a:rPr sz="1400" spc="-10" dirty="0">
                <a:solidFill>
                  <a:srgbClr val="5E5E5E"/>
                </a:solidFill>
                <a:latin typeface="Comic Sans MS" panose="030F0702030302020204" pitchFamily="66" charset="0"/>
                <a:cs typeface="Lucida Console" panose="020B0609040504020204"/>
              </a:rPr>
              <a:t>a</a:t>
            </a:r>
            <a:r>
              <a:rPr sz="1400" spc="-15" dirty="0">
                <a:solidFill>
                  <a:srgbClr val="5E5E5E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solidFill>
                  <a:srgbClr val="5E5E5E"/>
                </a:solidFill>
                <a:latin typeface="Comic Sans MS" panose="030F0702030302020204" pitchFamily="66" charset="0"/>
                <a:cs typeface="Lucida Console" panose="020B0609040504020204"/>
              </a:rPr>
              <a:t>=</a:t>
            </a:r>
            <a:r>
              <a:rPr sz="1400" spc="-15" dirty="0">
                <a:solidFill>
                  <a:srgbClr val="5E5E5E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solidFill>
                  <a:srgbClr val="5E5E5E"/>
                </a:solidFill>
                <a:latin typeface="Comic Sans MS" panose="030F0702030302020204" pitchFamily="66" charset="0"/>
                <a:cs typeface="Lucida Console" panose="020B0609040504020204"/>
              </a:rPr>
              <a:t>(cha</a:t>
            </a:r>
            <a:r>
              <a:rPr sz="1400" spc="-10" dirty="0">
                <a:solidFill>
                  <a:srgbClr val="5E5E5E"/>
                </a:solidFill>
                <a:latin typeface="Comic Sans MS" panose="030F0702030302020204" pitchFamily="66" charset="0"/>
                <a:cs typeface="Lucida Console" panose="020B0609040504020204"/>
              </a:rPr>
              <a:t>r</a:t>
            </a:r>
            <a:r>
              <a:rPr sz="1400" spc="-20" dirty="0">
                <a:solidFill>
                  <a:srgbClr val="5E5E5E"/>
                </a:solidFill>
                <a:latin typeface="Comic Sans MS" panose="030F0702030302020204" pitchFamily="66" charset="0"/>
                <a:cs typeface="Lucida Console" panose="020B0609040504020204"/>
              </a:rPr>
              <a:t> *)malloc(N); </a:t>
            </a:r>
            <a:r>
              <a:rPr sz="1400" spc="-20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cudaMalloc(&amp;d_data</a:t>
            </a:r>
            <a:r>
              <a:rPr sz="1400" spc="-10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sz="1400" spc="-15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N); </a:t>
            </a:r>
            <a:r>
              <a:rPr sz="1400" spc="-2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fread(data</a:t>
            </a:r>
            <a:r>
              <a:rPr sz="1400" spc="-1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sz="1400" spc="-2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 1</a:t>
            </a:r>
            <a:r>
              <a:rPr sz="1400" spc="-1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sz="1400" spc="-15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N</a:t>
            </a:r>
            <a:r>
              <a:rPr sz="1400" spc="-1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sz="1400" spc="-15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fp);</a:t>
            </a:r>
            <a:endParaRPr sz="1400" dirty="0">
              <a:solidFill>
                <a:prstClr val="black"/>
              </a:solidFill>
              <a:latin typeface="Comic Sans MS" panose="030F0702030302020204" pitchFamily="66" charset="0"/>
              <a:cs typeface="Lucida Console" panose="020B0609040504020204"/>
            </a:endParaRPr>
          </a:p>
          <a:p>
            <a:pPr marL="225425" marR="5080">
              <a:lnSpc>
                <a:spcPct val="101000"/>
              </a:lnSpc>
              <a:spcBef>
                <a:spcPts val="10"/>
              </a:spcBef>
            </a:pPr>
            <a:r>
              <a:rPr sz="1400" spc="-20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cudaMemcpy(d_data</a:t>
            </a:r>
            <a:r>
              <a:rPr sz="1400" spc="-10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sz="1400" spc="-15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data</a:t>
            </a:r>
            <a:r>
              <a:rPr sz="1400" spc="-10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sz="1400" spc="-20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 N</a:t>
            </a:r>
            <a:r>
              <a:rPr sz="1400" spc="-10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sz="1400" spc="-15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…)</a:t>
            </a:r>
            <a:r>
              <a:rPr sz="1400" spc="-10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;</a:t>
            </a:r>
            <a:r>
              <a:rPr sz="1400" spc="-15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/</a:t>
            </a:r>
            <a:r>
              <a:rPr sz="1400" spc="-10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/</a:t>
            </a:r>
            <a:r>
              <a:rPr sz="1400" spc="-15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1 </a:t>
            </a:r>
            <a:r>
              <a:rPr sz="1400" spc="-2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qsort&lt;&lt;&lt;...&gt;&gt;&gt;(data,N,1,compare)</a:t>
            </a:r>
            <a:r>
              <a:rPr sz="1400" spc="-1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;</a:t>
            </a:r>
            <a:r>
              <a:rPr sz="1400" spc="-35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/</a:t>
            </a:r>
            <a:r>
              <a:rPr sz="1400" spc="-1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/</a:t>
            </a:r>
            <a:r>
              <a:rPr sz="1400" spc="-15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2 </a:t>
            </a:r>
            <a:r>
              <a:rPr sz="1400" spc="-20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cudaMemcpy(data</a:t>
            </a:r>
            <a:r>
              <a:rPr sz="1400" spc="-10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sz="1400" spc="-20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 d_data</a:t>
            </a:r>
            <a:r>
              <a:rPr sz="1400" spc="-10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sz="1400" spc="-15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N</a:t>
            </a:r>
            <a:r>
              <a:rPr sz="1400" spc="-10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sz="1400" spc="-15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…)</a:t>
            </a:r>
            <a:r>
              <a:rPr sz="1400" spc="-10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;</a:t>
            </a:r>
            <a:r>
              <a:rPr sz="1400" spc="-15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/</a:t>
            </a:r>
            <a:r>
              <a:rPr sz="1400" spc="-10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/</a:t>
            </a:r>
            <a:r>
              <a:rPr sz="1400" spc="-15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3</a:t>
            </a:r>
            <a:endParaRPr sz="1400" dirty="0">
              <a:solidFill>
                <a:prstClr val="black"/>
              </a:solidFill>
              <a:latin typeface="Comic Sans MS" panose="030F0702030302020204" pitchFamily="66" charset="0"/>
              <a:cs typeface="Lucida Console" panose="020B0609040504020204"/>
            </a:endParaRPr>
          </a:p>
          <a:p>
            <a:pPr>
              <a:spcBef>
                <a:spcPts val="55"/>
              </a:spcBef>
            </a:pPr>
            <a:endParaRPr sz="1350" dirty="0">
              <a:solidFill>
                <a:prstClr val="black"/>
              </a:solidFill>
              <a:latin typeface="Comic Sans MS" panose="030F0702030302020204" pitchFamily="66" charset="0"/>
              <a:cs typeface="Times New Roman" panose="02020603050405020304"/>
            </a:endParaRPr>
          </a:p>
          <a:p>
            <a:pPr marL="225425" marR="2239010">
              <a:lnSpc>
                <a:spcPct val="101000"/>
              </a:lnSpc>
            </a:pPr>
            <a:r>
              <a:rPr sz="1400" spc="-20" dirty="0">
                <a:solidFill>
                  <a:prstClr val="black"/>
                </a:solidFill>
                <a:latin typeface="Comic Sans MS" panose="030F0702030302020204" pitchFamily="66" charset="0"/>
                <a:cs typeface="Lucida Console" panose="020B0609040504020204"/>
              </a:rPr>
              <a:t>use_data(data); cudaFree(d_data); </a:t>
            </a:r>
            <a:r>
              <a:rPr sz="1400" spc="-20" dirty="0">
                <a:solidFill>
                  <a:srgbClr val="5E5E5E"/>
                </a:solidFill>
                <a:latin typeface="Comic Sans MS" panose="030F0702030302020204" pitchFamily="66" charset="0"/>
                <a:cs typeface="Lucida Console" panose="020B0609040504020204"/>
              </a:rPr>
              <a:t>free(data);</a:t>
            </a:r>
            <a:endParaRPr sz="1400" dirty="0">
              <a:solidFill>
                <a:prstClr val="black"/>
              </a:solidFill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15" name="object 8"/>
          <p:cNvSpPr txBox="1"/>
          <p:nvPr/>
        </p:nvSpPr>
        <p:spPr>
          <a:xfrm>
            <a:off x="1371600" y="1562100"/>
            <a:ext cx="3581400" cy="3789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800" b="1" i="0">
                <a:solidFill>
                  <a:srgbClr val="00B0F0"/>
                </a:solidFill>
                <a:latin typeface="Trebuchet MS" panose="020B0603020202020204"/>
                <a:ea typeface="+mn-ea"/>
                <a:cs typeface="Trebuchet MS" panose="020B060302020202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438275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0" cap="none" spc="-2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mic Sans MS" panose="030F0702030302020204" pitchFamily="66" charset="0"/>
              </a:rPr>
              <a:t>C</a:t>
            </a:r>
            <a:r>
              <a:rPr kumimoji="0" lang="en-US" sz="1800" b="1" i="0" u="none" strike="noStrike" kern="0" cap="none" spc="-1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mic Sans MS" panose="030F0702030302020204" pitchFamily="66" charset="0"/>
              </a:rPr>
              <a:t>P</a:t>
            </a:r>
            <a:r>
              <a:rPr kumimoji="0" lang="en-US" sz="1800" b="1" i="0" u="none" strike="noStrike" kern="0" cap="none" spc="-1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mic Sans MS" panose="030F0702030302020204" pitchFamily="66" charset="0"/>
              </a:rPr>
              <a:t>U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mic Sans MS" panose="030F0702030302020204" pitchFamily="66" charset="0"/>
              </a:rPr>
              <a:t> </a:t>
            </a:r>
            <a:r>
              <a:rPr kumimoji="0" lang="en-US" sz="1800" b="1" i="0" u="none" strike="noStrike" kern="0" cap="none" spc="-2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mic Sans MS" panose="030F0702030302020204" pitchFamily="66" charset="0"/>
              </a:rPr>
              <a:t>C</a:t>
            </a:r>
            <a:r>
              <a:rPr kumimoji="0" lang="en-US" sz="1800" b="1" i="0" u="none" strike="noStrike" kern="0" cap="none" spc="-2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mic Sans MS" panose="030F0702030302020204" pitchFamily="66" charset="0"/>
              </a:rPr>
              <a:t>o</a:t>
            </a:r>
            <a:r>
              <a:rPr kumimoji="0" lang="en-US" sz="1800" b="1" i="0" u="none" strike="noStrike" kern="0" cap="none" spc="-1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mic Sans MS" panose="030F0702030302020204" pitchFamily="66" charset="0"/>
              </a:rPr>
              <a:t>de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5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omic Sans MS" panose="030F0702030302020204" pitchFamily="66" charset="0"/>
              <a:cs typeface="Times New Roman" panose="02020603050405020304"/>
            </a:endParaRPr>
          </a:p>
          <a:p>
            <a:pPr marL="225425" marR="5080" lvl="0" indent="-212725" defTabSz="91440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voi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d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20" normalizeH="0" baseline="0" noProof="0" dirty="0" err="1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sortfile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(FIL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E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*</a:t>
            </a:r>
            <a:r>
              <a:rPr kumimoji="0" lang="en-US" sz="1400" b="0" i="0" u="none" strike="noStrike" kern="0" cap="none" spc="-20" normalizeH="0" baseline="0" noProof="0" dirty="0" err="1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fp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in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t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N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)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{ </a:t>
            </a:r>
          </a:p>
          <a:p>
            <a:pPr marL="225425" marR="5080" lvl="0" indent="-212725" defTabSz="91440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	cha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r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*data;</a:t>
            </a:r>
          </a:p>
          <a:p>
            <a:pPr marL="225425" marR="5080" lvl="0" indent="-212725" defTabSz="91440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omic Sans MS" panose="030F0702030302020204" pitchFamily="66" charset="0"/>
              <a:cs typeface="Lucida Console" panose="020B0609040504020204"/>
            </a:endParaRPr>
          </a:p>
          <a:p>
            <a:pPr marL="225425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dat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a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=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(cha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r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*)malloc(N);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omic Sans MS" panose="030F0702030302020204" pitchFamily="66" charset="0"/>
              <a:cs typeface="Lucida Console" panose="020B0609040504020204"/>
            </a:endParaRPr>
          </a:p>
          <a:p>
            <a:pPr marL="225425" marR="324485" lvl="0" indent="0" defTabSz="914400" eaLnBrk="1" fontAlgn="auto" latinLnBrk="0" hangingPunct="1">
              <a:lnSpc>
                <a:spcPts val="341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2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fread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(data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1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N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2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fp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); </a:t>
            </a:r>
          </a:p>
          <a:p>
            <a:pPr marL="225425" marR="324485" lvl="0" indent="0" defTabSz="914400" eaLnBrk="1" fontAlgn="auto" latinLnBrk="0" hangingPunct="1">
              <a:lnSpc>
                <a:spcPts val="341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2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qsort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(data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N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1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compare);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 panose="030F0702030302020204" pitchFamily="66" charset="0"/>
              <a:cs typeface="Lucida Console" panose="020B0609040504020204"/>
            </a:endParaRPr>
          </a:p>
          <a:p>
            <a:pPr marL="225425" marR="1600835" lvl="0" indent="0" defTabSz="914400" eaLnBrk="1" fontAlgn="auto" latinLnBrk="0" hangingPunct="1">
              <a:lnSpc>
                <a:spcPct val="203000"/>
              </a:lnSpc>
              <a:spcBef>
                <a:spcPts val="118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2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use_data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(data); </a:t>
            </a:r>
          </a:p>
          <a:p>
            <a:pPr marL="225425" marR="1600835" lvl="0" indent="0" defTabSz="914400" eaLnBrk="1" fontAlgn="auto" latinLnBrk="0" hangingPunct="1">
              <a:lnSpc>
                <a:spcPct val="203000"/>
              </a:lnSpc>
              <a:spcBef>
                <a:spcPts val="118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free(data);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omic Sans MS" panose="030F0702030302020204" pitchFamily="66" charset="0"/>
              <a:cs typeface="Lucida Console" panose="020B0609040504020204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}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omic Sans MS" panose="030F0702030302020204" pitchFamily="66" charset="0"/>
              <a:cs typeface="Lucida Console" panose="020B0609040504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6247" y="197145"/>
            <a:ext cx="8515478" cy="430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7180">
              <a:lnSpc>
                <a:spcPct val="100000"/>
              </a:lnSpc>
            </a:pPr>
            <a:r>
              <a:rPr sz="2800" spc="5" dirty="0">
                <a:latin typeface="Comic Sans MS" panose="030F0702030302020204" pitchFamily="66" charset="0"/>
              </a:rPr>
              <a:t>S</a:t>
            </a:r>
            <a:r>
              <a:rPr sz="2800" spc="-5" dirty="0">
                <a:latin typeface="Comic Sans MS" panose="030F0702030302020204" pitchFamily="66" charset="0"/>
              </a:rPr>
              <a:t>IM</a:t>
            </a:r>
            <a:r>
              <a:rPr sz="2800" spc="-20" dirty="0">
                <a:latin typeface="Comic Sans MS" panose="030F0702030302020204" pitchFamily="66" charset="0"/>
              </a:rPr>
              <a:t>P</a:t>
            </a:r>
            <a:r>
              <a:rPr sz="2800" dirty="0">
                <a:latin typeface="Comic Sans MS" panose="030F0702030302020204" pitchFamily="66" charset="0"/>
              </a:rPr>
              <a:t>L</a:t>
            </a:r>
            <a:r>
              <a:rPr sz="2800" spc="-5" dirty="0">
                <a:latin typeface="Comic Sans MS" panose="030F0702030302020204" pitchFamily="66" charset="0"/>
              </a:rPr>
              <a:t>I</a:t>
            </a:r>
            <a:r>
              <a:rPr sz="2800" spc="-25" dirty="0">
                <a:latin typeface="Comic Sans MS" panose="030F0702030302020204" pitchFamily="66" charset="0"/>
              </a:rPr>
              <a:t>F</a:t>
            </a:r>
            <a:r>
              <a:rPr sz="2800" spc="-5" dirty="0">
                <a:latin typeface="Comic Sans MS" panose="030F0702030302020204" pitchFamily="66" charset="0"/>
              </a:rPr>
              <a:t>I</a:t>
            </a:r>
            <a:r>
              <a:rPr sz="2800" spc="-25" dirty="0">
                <a:latin typeface="Comic Sans MS" panose="030F0702030302020204" pitchFamily="66" charset="0"/>
              </a:rPr>
              <a:t>E</a:t>
            </a:r>
            <a:r>
              <a:rPr sz="2800" dirty="0">
                <a:latin typeface="Comic Sans MS" panose="030F0702030302020204" pitchFamily="66" charset="0"/>
              </a:rPr>
              <a:t>D</a:t>
            </a:r>
            <a:r>
              <a:rPr sz="2800" spc="5" dirty="0">
                <a:latin typeface="Comic Sans MS" panose="030F0702030302020204" pitchFamily="66" charset="0"/>
              </a:rPr>
              <a:t> </a:t>
            </a:r>
            <a:r>
              <a:rPr sz="2800" spc="-5" dirty="0">
                <a:latin typeface="Comic Sans MS" panose="030F0702030302020204" pitchFamily="66" charset="0"/>
              </a:rPr>
              <a:t>M</a:t>
            </a:r>
            <a:r>
              <a:rPr sz="2800" spc="-25" dirty="0">
                <a:latin typeface="Comic Sans MS" panose="030F0702030302020204" pitchFamily="66" charset="0"/>
              </a:rPr>
              <a:t>E</a:t>
            </a:r>
            <a:r>
              <a:rPr sz="2800" spc="-5" dirty="0">
                <a:latin typeface="Comic Sans MS" panose="030F0702030302020204" pitchFamily="66" charset="0"/>
              </a:rPr>
              <a:t>M</a:t>
            </a:r>
            <a:r>
              <a:rPr sz="2800" spc="-30" dirty="0">
                <a:latin typeface="Comic Sans MS" panose="030F0702030302020204" pitchFamily="66" charset="0"/>
              </a:rPr>
              <a:t>O</a:t>
            </a:r>
            <a:r>
              <a:rPr sz="2800" spc="5" dirty="0">
                <a:latin typeface="Comic Sans MS" panose="030F0702030302020204" pitchFamily="66" charset="0"/>
              </a:rPr>
              <a:t>R</a:t>
            </a:r>
            <a:r>
              <a:rPr sz="2800" dirty="0">
                <a:latin typeface="Comic Sans MS" panose="030F0702030302020204" pitchFamily="66" charset="0"/>
              </a:rPr>
              <a:t>Y</a:t>
            </a:r>
            <a:r>
              <a:rPr sz="2800" spc="-5" dirty="0">
                <a:latin typeface="Comic Sans MS" panose="030F0702030302020204" pitchFamily="66" charset="0"/>
              </a:rPr>
              <a:t> M</a:t>
            </a:r>
            <a:r>
              <a:rPr sz="2800" spc="-25" dirty="0">
                <a:latin typeface="Comic Sans MS" panose="030F0702030302020204" pitchFamily="66" charset="0"/>
              </a:rPr>
              <a:t>A</a:t>
            </a:r>
            <a:r>
              <a:rPr sz="2800" dirty="0">
                <a:latin typeface="Comic Sans MS" panose="030F0702030302020204" pitchFamily="66" charset="0"/>
              </a:rPr>
              <a:t>N</a:t>
            </a:r>
            <a:r>
              <a:rPr sz="2800" spc="-25" dirty="0">
                <a:latin typeface="Comic Sans MS" panose="030F0702030302020204" pitchFamily="66" charset="0"/>
              </a:rPr>
              <a:t>A</a:t>
            </a:r>
            <a:r>
              <a:rPr sz="2800" dirty="0">
                <a:latin typeface="Comic Sans MS" panose="030F0702030302020204" pitchFamily="66" charset="0"/>
              </a:rPr>
              <a:t>G</a:t>
            </a:r>
            <a:r>
              <a:rPr sz="2800" spc="-25" dirty="0">
                <a:latin typeface="Comic Sans MS" panose="030F0702030302020204" pitchFamily="66" charset="0"/>
              </a:rPr>
              <a:t>E</a:t>
            </a:r>
            <a:r>
              <a:rPr sz="2800" spc="-5" dirty="0">
                <a:latin typeface="Comic Sans MS" panose="030F0702030302020204" pitchFamily="66" charset="0"/>
              </a:rPr>
              <a:t>M</a:t>
            </a:r>
            <a:r>
              <a:rPr sz="2800" spc="-25" dirty="0">
                <a:latin typeface="Comic Sans MS" panose="030F0702030302020204" pitchFamily="66" charset="0"/>
              </a:rPr>
              <a:t>E</a:t>
            </a:r>
            <a:r>
              <a:rPr sz="2800" dirty="0">
                <a:latin typeface="Comic Sans MS" panose="030F0702030302020204" pitchFamily="66" charset="0"/>
              </a:rPr>
              <a:t>N</a:t>
            </a:r>
            <a:r>
              <a:rPr sz="2800" spc="-25" dirty="0">
                <a:latin typeface="Comic Sans MS" panose="030F0702030302020204" pitchFamily="66" charset="0"/>
              </a:rPr>
              <a:t>T</a:t>
            </a:r>
            <a:r>
              <a:rPr sz="2800" spc="-5" dirty="0">
                <a:latin typeface="Comic Sans MS" panose="030F0702030302020204" pitchFamily="66" charset="0"/>
              </a:rPr>
              <a:t> C</a:t>
            </a:r>
            <a:r>
              <a:rPr sz="2800" spc="-30" dirty="0">
                <a:latin typeface="Comic Sans MS" panose="030F0702030302020204" pitchFamily="66" charset="0"/>
              </a:rPr>
              <a:t>O</a:t>
            </a:r>
            <a:r>
              <a:rPr sz="2800" spc="-25" dirty="0">
                <a:latin typeface="Comic Sans MS" panose="030F0702030302020204" pitchFamily="66" charset="0"/>
              </a:rPr>
              <a:t>DE</a:t>
            </a:r>
          </a:p>
        </p:txBody>
      </p:sp>
      <p:sp>
        <p:nvSpPr>
          <p:cNvPr id="3" name="object 3"/>
          <p:cNvSpPr/>
          <p:nvPr/>
        </p:nvSpPr>
        <p:spPr>
          <a:xfrm>
            <a:off x="1176527" y="4315967"/>
            <a:ext cx="5352288" cy="8534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22872" y="2049274"/>
            <a:ext cx="4153535" cy="3043555"/>
          </a:xfrm>
          <a:custGeom>
            <a:avLst/>
            <a:gdLst/>
            <a:ahLst/>
            <a:cxnLst/>
            <a:rect l="l" t="t" r="r" b="b"/>
            <a:pathLst>
              <a:path w="4153535" h="3043554">
                <a:moveTo>
                  <a:pt x="4066962" y="0"/>
                </a:moveTo>
                <a:lnTo>
                  <a:pt x="0" y="0"/>
                </a:lnTo>
                <a:lnTo>
                  <a:pt x="0" y="2956850"/>
                </a:lnTo>
                <a:lnTo>
                  <a:pt x="86396" y="3043247"/>
                </a:lnTo>
                <a:lnTo>
                  <a:pt x="4153358" y="3043247"/>
                </a:lnTo>
                <a:lnTo>
                  <a:pt x="4153358" y="86395"/>
                </a:lnTo>
                <a:lnTo>
                  <a:pt x="4066962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34584" y="4319015"/>
            <a:ext cx="5535168" cy="8564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86398" y="2049274"/>
            <a:ext cx="4605020" cy="3043555"/>
          </a:xfrm>
          <a:custGeom>
            <a:avLst/>
            <a:gdLst/>
            <a:ahLst/>
            <a:cxnLst/>
            <a:rect l="l" t="t" r="r" b="b"/>
            <a:pathLst>
              <a:path w="4605020" h="3043554">
                <a:moveTo>
                  <a:pt x="4518258" y="0"/>
                </a:moveTo>
                <a:lnTo>
                  <a:pt x="0" y="0"/>
                </a:lnTo>
                <a:lnTo>
                  <a:pt x="0" y="2956849"/>
                </a:lnTo>
                <a:lnTo>
                  <a:pt x="86398" y="3043247"/>
                </a:lnTo>
                <a:lnTo>
                  <a:pt x="4604656" y="3043247"/>
                </a:lnTo>
                <a:lnTo>
                  <a:pt x="4604656" y="86396"/>
                </a:lnTo>
                <a:lnTo>
                  <a:pt x="4518258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86398" y="2049274"/>
            <a:ext cx="4605020" cy="3043555"/>
          </a:xfrm>
          <a:custGeom>
            <a:avLst/>
            <a:gdLst/>
            <a:ahLst/>
            <a:cxnLst/>
            <a:rect l="l" t="t" r="r" b="b"/>
            <a:pathLst>
              <a:path w="4605020" h="3043554">
                <a:moveTo>
                  <a:pt x="0" y="0"/>
                </a:moveTo>
                <a:lnTo>
                  <a:pt x="4518259" y="0"/>
                </a:lnTo>
                <a:lnTo>
                  <a:pt x="4604657" y="86397"/>
                </a:lnTo>
                <a:lnTo>
                  <a:pt x="4604657" y="3043248"/>
                </a:lnTo>
                <a:lnTo>
                  <a:pt x="86397" y="3043248"/>
                </a:lnTo>
                <a:lnTo>
                  <a:pt x="0" y="295685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0" y="0"/>
            <a:ext cx="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ct val="100000"/>
              </a:lnSpc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8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08326" y="4760380"/>
            <a:ext cx="13271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505050"/>
                </a:solidFill>
                <a:latin typeface="Comic Sans MS" panose="030F0702030302020204" pitchFamily="66" charset="0"/>
                <a:cs typeface="Lucida Console" panose="020B0609040504020204"/>
              </a:rPr>
              <a:t>}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16" name="object 8"/>
          <p:cNvSpPr txBox="1"/>
          <p:nvPr/>
        </p:nvSpPr>
        <p:spPr>
          <a:xfrm>
            <a:off x="1344800" y="1649527"/>
            <a:ext cx="2846200" cy="3817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800" b="1" i="0">
                <a:solidFill>
                  <a:srgbClr val="00B0F0"/>
                </a:solidFill>
                <a:latin typeface="Trebuchet MS" panose="020B0603020202020204"/>
                <a:ea typeface="+mn-ea"/>
                <a:cs typeface="Trebuchet MS" panose="020B060302020202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438275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0" cap="none" spc="-2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mic Sans MS" panose="030F0702030302020204" pitchFamily="66" charset="0"/>
              </a:rPr>
              <a:t>C</a:t>
            </a:r>
            <a:r>
              <a:rPr kumimoji="0" lang="en-US" sz="1800" b="1" i="0" u="none" strike="noStrike" kern="0" cap="none" spc="-1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mic Sans MS" panose="030F0702030302020204" pitchFamily="66" charset="0"/>
              </a:rPr>
              <a:t>P</a:t>
            </a:r>
            <a:r>
              <a:rPr kumimoji="0" lang="en-US" sz="1800" b="1" i="0" u="none" strike="noStrike" kern="0" cap="none" spc="-1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mic Sans MS" panose="030F0702030302020204" pitchFamily="66" charset="0"/>
              </a:rPr>
              <a:t>U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mic Sans MS" panose="030F0702030302020204" pitchFamily="66" charset="0"/>
              </a:rPr>
              <a:t> </a:t>
            </a:r>
            <a:r>
              <a:rPr kumimoji="0" lang="en-US" sz="1800" b="1" i="0" u="none" strike="noStrike" kern="0" cap="none" spc="-2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mic Sans MS" panose="030F0702030302020204" pitchFamily="66" charset="0"/>
              </a:rPr>
              <a:t>C</a:t>
            </a:r>
            <a:r>
              <a:rPr kumimoji="0" lang="en-US" sz="1800" b="1" i="0" u="none" strike="noStrike" kern="0" cap="none" spc="-2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mic Sans MS" panose="030F0702030302020204" pitchFamily="66" charset="0"/>
              </a:rPr>
              <a:t>o</a:t>
            </a:r>
            <a:r>
              <a:rPr kumimoji="0" lang="en-US" sz="1800" b="1" i="0" u="none" strike="noStrike" kern="0" cap="none" spc="-1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mic Sans MS" panose="030F0702030302020204" pitchFamily="66" charset="0"/>
              </a:rPr>
              <a:t>de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5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omic Sans MS" panose="030F0702030302020204" pitchFamily="66" charset="0"/>
              <a:cs typeface="Times New Roman" panose="02020603050405020304"/>
            </a:endParaRPr>
          </a:p>
          <a:p>
            <a:pPr marL="225425" marR="5080" lvl="0" indent="-212725" defTabSz="91440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voi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d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20" normalizeH="0" baseline="0" noProof="0" dirty="0" err="1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sortfile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(FIL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E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*</a:t>
            </a:r>
            <a:r>
              <a:rPr kumimoji="0" lang="en-US" sz="1400" b="0" i="0" u="none" strike="noStrike" kern="0" cap="none" spc="-20" normalizeH="0" baseline="0" noProof="0" dirty="0" err="1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fp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in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t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N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)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{ 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cha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r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*data;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omic Sans MS" panose="030F0702030302020204" pitchFamily="66" charset="0"/>
              <a:cs typeface="Lucida Console" panose="020B0609040504020204"/>
            </a:endParaRPr>
          </a:p>
          <a:p>
            <a:pPr marL="225425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dat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a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=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(cha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r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*)malloc(N);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omic Sans MS" panose="030F0702030302020204" pitchFamily="66" charset="0"/>
              <a:cs typeface="Lucida Console" panose="020B0609040504020204"/>
            </a:endParaRPr>
          </a:p>
          <a:p>
            <a:pPr marL="225425" marR="324485" lvl="0" indent="0" defTabSz="914400" eaLnBrk="1" fontAlgn="auto" latinLnBrk="0" hangingPunct="1">
              <a:lnSpc>
                <a:spcPts val="341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20" normalizeH="0" baseline="0" noProof="0" dirty="0" err="1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fread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(data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1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N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20" normalizeH="0" baseline="0" noProof="0" dirty="0" err="1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fp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); </a:t>
            </a:r>
            <a:r>
              <a:rPr kumimoji="0" lang="en-US" sz="1400" b="0" i="0" u="none" strike="noStrike" kern="0" cap="none" spc="-20" normalizeH="0" baseline="0" noProof="0" dirty="0" err="1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qsort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(data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N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1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compare);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omic Sans MS" panose="030F0702030302020204" pitchFamily="66" charset="0"/>
              <a:cs typeface="Lucida Console" panose="020B0609040504020204"/>
            </a:endParaRPr>
          </a:p>
          <a:p>
            <a:pPr marL="225425" marR="1600835" lvl="0" indent="0" defTabSz="914400" eaLnBrk="1" fontAlgn="auto" latinLnBrk="0" hangingPunct="1">
              <a:lnSpc>
                <a:spcPct val="203000"/>
              </a:lnSpc>
              <a:spcBef>
                <a:spcPts val="118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20" normalizeH="0" baseline="0" noProof="0" dirty="0" err="1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use_data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(data); free(data);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omic Sans MS" panose="030F0702030302020204" pitchFamily="66" charset="0"/>
              <a:cs typeface="Lucida Console" panose="020B0609040504020204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}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17" name="object 9"/>
          <p:cNvSpPr txBox="1"/>
          <p:nvPr/>
        </p:nvSpPr>
        <p:spPr>
          <a:xfrm>
            <a:off x="5608326" y="1370726"/>
            <a:ext cx="3840474" cy="343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800" b="1" i="0">
                <a:solidFill>
                  <a:srgbClr val="76B900"/>
                </a:solidFill>
                <a:latin typeface="Trebuchet MS" panose="020B0603020202020204"/>
                <a:ea typeface="+mn-ea"/>
                <a:cs typeface="Trebuchet MS" panose="020B060302020202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6162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0" cap="none" spc="-2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mic Sans MS" panose="030F0702030302020204" pitchFamily="66" charset="0"/>
              </a:rPr>
              <a:t>C</a:t>
            </a:r>
            <a:r>
              <a:rPr kumimoji="0" lang="en-US" sz="1800" b="1" i="0" u="none" strike="noStrike" kern="0" cap="none" spc="-1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mic Sans MS" panose="030F0702030302020204" pitchFamily="66" charset="0"/>
              </a:rPr>
              <a:t>UD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mic Sans MS" panose="030F0702030302020204" pitchFamily="66" charset="0"/>
              </a:rPr>
              <a:t>A</a:t>
            </a:r>
            <a:r>
              <a:rPr kumimoji="0" lang="en-US" sz="1800" b="1" i="0" u="none" strike="noStrike" kern="0" cap="none" spc="-1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mic Sans MS" panose="030F0702030302020204" pitchFamily="66" charset="0"/>
              </a:rPr>
              <a:t> </a:t>
            </a:r>
            <a:r>
              <a:rPr kumimoji="0" lang="en-US" sz="1800" b="1" i="0" u="none" strike="noStrike" kern="0" cap="none" spc="-2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mic Sans MS" panose="030F0702030302020204" pitchFamily="66" charset="0"/>
              </a:rPr>
              <a:t>C</a:t>
            </a:r>
            <a:r>
              <a:rPr kumimoji="0" lang="en-US" sz="1800" b="1" i="0" u="none" strike="noStrike" kern="0" cap="none" spc="-25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mic Sans MS" panose="030F0702030302020204" pitchFamily="66" charset="0"/>
              </a:rPr>
              <a:t>o</a:t>
            </a:r>
            <a:r>
              <a:rPr kumimoji="0" lang="en-US" sz="1800" b="1" i="0" u="none" strike="noStrike" kern="0" cap="none" spc="-15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mic Sans MS" panose="030F0702030302020204" pitchFamily="66" charset="0"/>
              </a:rPr>
              <a:t>de</a:t>
            </a:r>
            <a:r>
              <a:rPr kumimoji="0" lang="en-US" sz="1800" b="1" i="0" u="none" strike="noStrike" kern="0" cap="none" spc="-5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mic Sans MS" panose="030F0702030302020204" pitchFamily="66" charset="0"/>
              </a:rPr>
              <a:t> </a:t>
            </a:r>
            <a:r>
              <a:rPr kumimoji="0" lang="en-US" sz="1800" b="1" i="0" u="none" strike="noStrike" kern="0" cap="none" spc="-15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mic Sans MS" panose="030F0702030302020204" pitchFamily="66" charset="0"/>
              </a:rPr>
              <a:t>w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mic Sans MS" panose="030F0702030302020204" pitchFamily="66" charset="0"/>
              </a:rPr>
              <a:t>i</a:t>
            </a:r>
            <a:r>
              <a:rPr kumimoji="0" lang="en-US" sz="1800" b="1" i="0" u="none" strike="noStrike" kern="0" cap="none" spc="-5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mic Sans MS" panose="030F0702030302020204" pitchFamily="66" charset="0"/>
              </a:rPr>
              <a:t>t</a:t>
            </a:r>
            <a:r>
              <a:rPr kumimoji="0" lang="en-US" sz="1800" b="1" i="0" u="none" strike="noStrike" kern="0" cap="none" spc="-15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mic Sans MS" panose="030F0702030302020204" pitchFamily="66" charset="0"/>
              </a:rPr>
              <a:t>h</a:t>
            </a:r>
            <a:r>
              <a:rPr kumimoji="0" lang="en-US" sz="1800" b="1" i="0" u="none" strike="noStrike" kern="0" cap="none" spc="-1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mic Sans MS" panose="030F0702030302020204" pitchFamily="66" charset="0"/>
              </a:rPr>
              <a:t> U</a:t>
            </a:r>
            <a:r>
              <a:rPr kumimoji="0" lang="en-US" sz="1800" b="1" i="0" u="none" strike="noStrike" kern="0" cap="none" spc="-5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mic Sans MS" panose="030F0702030302020204" pitchFamily="66" charset="0"/>
              </a:rPr>
              <a:t>n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mic Sans MS" panose="030F0702030302020204" pitchFamily="66" charset="0"/>
              </a:rPr>
              <a:t>i</a:t>
            </a:r>
            <a:r>
              <a:rPr kumimoji="0" lang="en-US" sz="1800" b="1" i="0" u="none" strike="noStrike" kern="0" cap="none" spc="-15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mic Sans MS" panose="030F0702030302020204" pitchFamily="66" charset="0"/>
              </a:rPr>
              <a:t>f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mic Sans MS" panose="030F0702030302020204" pitchFamily="66" charset="0"/>
              </a:rPr>
              <a:t>i</a:t>
            </a:r>
            <a:r>
              <a:rPr kumimoji="0" lang="en-US" sz="1800" b="1" i="0" u="none" strike="noStrike" kern="0" cap="none" spc="-15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mic Sans MS" panose="030F0702030302020204" pitchFamily="66" charset="0"/>
              </a:rPr>
              <a:t>ed</a:t>
            </a:r>
            <a:r>
              <a:rPr kumimoji="0" lang="en-US" sz="1800" b="1" i="0" u="none" strike="noStrike" kern="0" cap="none" spc="-5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mic Sans MS" panose="030F0702030302020204" pitchFamily="66" charset="0"/>
              </a:rPr>
              <a:t> M</a:t>
            </a:r>
            <a:r>
              <a:rPr kumimoji="0" lang="en-US" sz="1800" b="1" i="0" u="none" strike="noStrike" kern="0" cap="none" spc="-15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mic Sans MS" panose="030F0702030302020204" pitchFamily="66" charset="0"/>
              </a:rPr>
              <a:t>e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mic Sans MS" panose="030F0702030302020204" pitchFamily="66" charset="0"/>
              </a:rPr>
              <a:t>m</a:t>
            </a:r>
            <a:r>
              <a:rPr kumimoji="0" lang="en-US" sz="1800" b="1" i="0" u="none" strike="noStrike" kern="0" cap="none" spc="-25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mic Sans MS" panose="030F0702030302020204" pitchFamily="66" charset="0"/>
              </a:rPr>
              <a:t>o</a:t>
            </a:r>
            <a:r>
              <a:rPr kumimoji="0" lang="en-US" sz="1800" b="1" i="0" u="none" strike="noStrike" kern="0" cap="none" spc="5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mic Sans MS" panose="030F0702030302020204" pitchFamily="66" charset="0"/>
              </a:rPr>
              <a:t>r</a:t>
            </a:r>
            <a:r>
              <a:rPr kumimoji="0" lang="en-US" sz="1800" b="1" i="0" u="none" strike="noStrike" kern="0" cap="none" spc="-1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mic Sans MS" panose="030F0702030302020204" pitchFamily="66" charset="0"/>
              </a:rPr>
              <a:t>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50" b="1" i="0" u="none" strike="noStrike" kern="0" cap="none" spc="0" normalizeH="0" baseline="0" noProof="0" dirty="0">
              <a:ln>
                <a:noFill/>
              </a:ln>
              <a:solidFill>
                <a:srgbClr val="76B900"/>
              </a:solidFill>
              <a:effectLst/>
              <a:uLnTx/>
              <a:uFillTx/>
              <a:latin typeface="Comic Sans MS" panose="030F0702030302020204" pitchFamily="66" charset="0"/>
              <a:cs typeface="Times New Roman" panose="02020603050405020304"/>
            </a:endParaRPr>
          </a:p>
          <a:p>
            <a:pPr marL="225425" marR="340360" lvl="0" indent="-212725" defTabSz="91440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voi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d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2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sortfile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(FIL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E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*</a:t>
            </a:r>
            <a:r>
              <a:rPr kumimoji="0" lang="en-US" sz="1400" b="0" i="0" u="none" strike="noStrike" kern="0" cap="none" spc="-2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fp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in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t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N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)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{ </a:t>
            </a:r>
          </a:p>
          <a:p>
            <a:pPr marL="225425" marR="340360" lvl="0" indent="-212725" defTabSz="91440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	cha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r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*data; </a:t>
            </a:r>
          </a:p>
          <a:p>
            <a:pPr marL="225425" marR="340360" lvl="0" indent="-212725" defTabSz="91440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	</a:t>
            </a:r>
            <a:r>
              <a:rPr kumimoji="0" lang="en-US" sz="1400" b="0" i="0" u="none" strike="noStrike" kern="0" cap="none" spc="-2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cudaMallocManaged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(&amp;data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N);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 panose="030F0702030302020204" pitchFamily="66" charset="0"/>
              <a:cs typeface="Lucida Console" panose="020B060904050402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 panose="030F0702030302020204" pitchFamily="66" charset="0"/>
              <a:cs typeface="Times New Roman" panose="02020603050405020304"/>
            </a:endParaRPr>
          </a:p>
          <a:p>
            <a:pPr marL="225425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2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fread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(data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1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N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kumimoji="0" lang="en-US" sz="1400" b="0" i="0" u="none" strike="noStrike" kern="0" cap="none" spc="-2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fp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);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 panose="030F0702030302020204" pitchFamily="66" charset="0"/>
              <a:cs typeface="Lucida Console" panose="020B060904050402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5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 panose="030F0702030302020204" pitchFamily="66" charset="0"/>
              <a:cs typeface="Times New Roman" panose="02020603050405020304"/>
            </a:endParaRPr>
          </a:p>
          <a:p>
            <a:pPr marL="225425" marR="2159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2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qsort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&lt;&lt;&lt;...&gt;&gt;&gt;(data,N,1,compare); </a:t>
            </a:r>
            <a:r>
              <a:rPr kumimoji="0" lang="en-US" sz="1400" b="0" i="0" u="none" strike="noStrike" kern="0" cap="none" spc="-2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cudaDeviceSynchronize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();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 panose="030F0702030302020204" pitchFamily="66" charset="0"/>
              <a:cs typeface="Lucida Console" panose="020B0609040504020204"/>
            </a:endParaRPr>
          </a:p>
          <a:p>
            <a:pPr marL="225425" marR="1936115" lvl="0" indent="0" defTabSz="914400" eaLnBrk="1" fontAlgn="auto" latinLnBrk="0" hangingPunct="1">
              <a:lnSpc>
                <a:spcPts val="341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2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use_data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(data); </a:t>
            </a:r>
            <a:r>
              <a:rPr kumimoji="0" lang="en-US" sz="1400" b="0" i="0" u="none" strike="noStrike" kern="0" cap="none" spc="-2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cudaFree</a:t>
            </a:r>
            <a:r>
              <a:rPr kumimoji="0" lang="en-US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  <a:cs typeface="Lucida Console" panose="020B0609040504020204"/>
              </a:rPr>
              <a:t>(data);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 panose="030F0702030302020204" pitchFamily="66" charset="0"/>
              <a:cs typeface="Lucida Console" panose="020B0609040504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282251"/>
            <a:ext cx="9464040" cy="838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" algn="ctr">
              <a:lnSpc>
                <a:spcPct val="100000"/>
              </a:lnSpc>
            </a:pPr>
            <a:r>
              <a:rPr sz="3200" dirty="0">
                <a:latin typeface="Comic Sans MS" panose="030F0702030302020204" pitchFamily="66" charset="0"/>
              </a:rPr>
              <a:t>UN</a:t>
            </a:r>
            <a:r>
              <a:rPr sz="3200" spc="-5" dirty="0">
                <a:latin typeface="Comic Sans MS" panose="030F0702030302020204" pitchFamily="66" charset="0"/>
              </a:rPr>
              <a:t>I</a:t>
            </a:r>
            <a:r>
              <a:rPr sz="3200" spc="-25" dirty="0">
                <a:latin typeface="Comic Sans MS" panose="030F0702030302020204" pitchFamily="66" charset="0"/>
              </a:rPr>
              <a:t>F</a:t>
            </a:r>
            <a:r>
              <a:rPr sz="3200" spc="-5" dirty="0">
                <a:latin typeface="Comic Sans MS" panose="030F0702030302020204" pitchFamily="66" charset="0"/>
              </a:rPr>
              <a:t>I</a:t>
            </a:r>
            <a:r>
              <a:rPr sz="3200" spc="-25" dirty="0">
                <a:latin typeface="Comic Sans MS" panose="030F0702030302020204" pitchFamily="66" charset="0"/>
              </a:rPr>
              <a:t>E</a:t>
            </a:r>
            <a:r>
              <a:rPr sz="3200" dirty="0">
                <a:latin typeface="Comic Sans MS" panose="030F0702030302020204" pitchFamily="66" charset="0"/>
              </a:rPr>
              <a:t>D</a:t>
            </a:r>
            <a:r>
              <a:rPr sz="3200" spc="5" dirty="0">
                <a:latin typeface="Comic Sans MS" panose="030F0702030302020204" pitchFamily="66" charset="0"/>
              </a:rPr>
              <a:t> </a:t>
            </a:r>
            <a:r>
              <a:rPr sz="3200" spc="-5" dirty="0">
                <a:latin typeface="Comic Sans MS" panose="030F0702030302020204" pitchFamily="66" charset="0"/>
              </a:rPr>
              <a:t>M</a:t>
            </a:r>
            <a:r>
              <a:rPr sz="3200" spc="-25" dirty="0">
                <a:latin typeface="Comic Sans MS" panose="030F0702030302020204" pitchFamily="66" charset="0"/>
              </a:rPr>
              <a:t>E</a:t>
            </a:r>
            <a:r>
              <a:rPr sz="3200" spc="-5" dirty="0">
                <a:latin typeface="Comic Sans MS" panose="030F0702030302020204" pitchFamily="66" charset="0"/>
              </a:rPr>
              <a:t>M</a:t>
            </a:r>
            <a:r>
              <a:rPr sz="3200" spc="-30" dirty="0">
                <a:latin typeface="Comic Sans MS" panose="030F0702030302020204" pitchFamily="66" charset="0"/>
              </a:rPr>
              <a:t>O</a:t>
            </a:r>
            <a:r>
              <a:rPr sz="3200" dirty="0">
                <a:latin typeface="Comic Sans MS" panose="030F0702030302020204" pitchFamily="66" charset="0"/>
              </a:rPr>
              <a:t>RY </a:t>
            </a:r>
            <a:r>
              <a:rPr sz="3200" spc="-25" dirty="0">
                <a:latin typeface="Comic Sans MS" panose="030F0702030302020204" pitchFamily="66" charset="0"/>
              </a:rPr>
              <a:t>EXA</a:t>
            </a:r>
            <a:r>
              <a:rPr sz="3200" spc="-5" dirty="0">
                <a:latin typeface="Comic Sans MS" panose="030F0702030302020204" pitchFamily="66" charset="0"/>
              </a:rPr>
              <a:t>M</a:t>
            </a:r>
            <a:r>
              <a:rPr sz="3200" spc="-15" dirty="0">
                <a:latin typeface="Comic Sans MS" panose="030F0702030302020204" pitchFamily="66" charset="0"/>
              </a:rPr>
              <a:t>PLE</a:t>
            </a:r>
          </a:p>
          <a:p>
            <a:pPr marL="1270" algn="ctr">
              <a:lnSpc>
                <a:spcPct val="100000"/>
              </a:lnSpc>
              <a:spcBef>
                <a:spcPts val="310"/>
              </a:spcBef>
            </a:pPr>
            <a:r>
              <a:rPr sz="2000" dirty="0">
                <a:solidFill>
                  <a:srgbClr val="76B900"/>
                </a:solidFill>
                <a:latin typeface="Comic Sans MS" panose="030F0702030302020204" pitchFamily="66" charset="0"/>
              </a:rPr>
              <a:t>W</a:t>
            </a:r>
            <a:r>
              <a:rPr sz="2000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it</a:t>
            </a:r>
            <a:r>
              <a:rPr sz="2000" dirty="0">
                <a:solidFill>
                  <a:srgbClr val="76B900"/>
                </a:solidFill>
                <a:latin typeface="Comic Sans MS" panose="030F0702030302020204" pitchFamily="66" charset="0"/>
              </a:rPr>
              <a:t>h</a:t>
            </a:r>
            <a:r>
              <a:rPr sz="2000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 </a:t>
            </a:r>
            <a:r>
              <a:rPr sz="2000" spc="-20" dirty="0">
                <a:solidFill>
                  <a:srgbClr val="76B900"/>
                </a:solidFill>
                <a:latin typeface="Comic Sans MS" panose="030F0702030302020204" pitchFamily="66" charset="0"/>
              </a:rPr>
              <a:t>O</a:t>
            </a:r>
            <a:r>
              <a:rPr sz="2000" spc="5" dirty="0">
                <a:solidFill>
                  <a:srgbClr val="76B900"/>
                </a:solidFill>
                <a:latin typeface="Comic Sans MS" panose="030F0702030302020204" pitchFamily="66" charset="0"/>
              </a:rPr>
              <a:t>n</a:t>
            </a:r>
            <a:r>
              <a:rPr sz="2000" dirty="0">
                <a:solidFill>
                  <a:srgbClr val="76B900"/>
                </a:solidFill>
                <a:latin typeface="Comic Sans MS" panose="030F0702030302020204" pitchFamily="66" charset="0"/>
              </a:rPr>
              <a:t>-</a:t>
            </a:r>
            <a:r>
              <a:rPr sz="2000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D</a:t>
            </a:r>
            <a:r>
              <a:rPr sz="2000" spc="5" dirty="0">
                <a:solidFill>
                  <a:srgbClr val="76B900"/>
                </a:solidFill>
                <a:latin typeface="Comic Sans MS" panose="030F0702030302020204" pitchFamily="66" charset="0"/>
              </a:rPr>
              <a:t>em</a:t>
            </a:r>
            <a:r>
              <a:rPr sz="2000" dirty="0">
                <a:solidFill>
                  <a:srgbClr val="76B900"/>
                </a:solidFill>
                <a:latin typeface="Comic Sans MS" panose="030F0702030302020204" pitchFamily="66" charset="0"/>
              </a:rPr>
              <a:t>and</a:t>
            </a:r>
            <a:r>
              <a:rPr sz="2000" spc="-10" dirty="0">
                <a:solidFill>
                  <a:srgbClr val="76B900"/>
                </a:solidFill>
                <a:latin typeface="Comic Sans MS" panose="030F0702030302020204" pitchFamily="66" charset="0"/>
              </a:rPr>
              <a:t> </a:t>
            </a:r>
            <a:r>
              <a:rPr sz="2000" spc="-15" dirty="0">
                <a:solidFill>
                  <a:srgbClr val="76B900"/>
                </a:solidFill>
                <a:latin typeface="Comic Sans MS" panose="030F0702030302020204" pitchFamily="66" charset="0"/>
              </a:rPr>
              <a:t>P</a:t>
            </a:r>
            <a:r>
              <a:rPr sz="2000" dirty="0">
                <a:solidFill>
                  <a:srgbClr val="76B900"/>
                </a:solidFill>
                <a:latin typeface="Comic Sans MS" panose="030F0702030302020204" pitchFamily="66" charset="0"/>
              </a:rPr>
              <a:t>a</a:t>
            </a:r>
            <a:r>
              <a:rPr sz="2000" spc="-5" dirty="0">
                <a:solidFill>
                  <a:srgbClr val="76B900"/>
                </a:solidFill>
                <a:latin typeface="Comic Sans MS" panose="030F0702030302020204" pitchFamily="66" charset="0"/>
              </a:rPr>
              <a:t>gi</a:t>
            </a:r>
            <a:r>
              <a:rPr sz="2000" dirty="0">
                <a:solidFill>
                  <a:srgbClr val="76B900"/>
                </a:solidFill>
                <a:latin typeface="Comic Sans MS" panose="030F0702030302020204" pitchFamily="66" charset="0"/>
              </a:rPr>
              <a:t>n</a:t>
            </a:r>
            <a:r>
              <a:rPr sz="2000" spc="-10" dirty="0">
                <a:solidFill>
                  <a:srgbClr val="76B900"/>
                </a:solidFill>
                <a:latin typeface="Comic Sans MS" panose="030F0702030302020204" pitchFamily="66" charset="0"/>
              </a:rPr>
              <a:t>g</a:t>
            </a:r>
            <a:endParaRPr sz="2000" dirty="0">
              <a:latin typeface="Comic Sans MS" panose="030F0702030302020204" pitchFamily="66" charset="0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0" y="0"/>
            <a:ext cx="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ct val="100000"/>
              </a:lnSpc>
            </a:pPr>
            <a:fld id="{81D60167-4931-47E6-BA6A-407CBD079E47}" type="slidenum">
              <a:rPr dirty="0">
                <a:latin typeface="Comic Sans MS" panose="030F0702030302020204" pitchFamily="66" charset="0"/>
              </a:rPr>
              <a:t>9</a:t>
            </a:fld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51857" y="1616397"/>
            <a:ext cx="4884420" cy="4384675"/>
          </a:xfrm>
          <a:custGeom>
            <a:avLst/>
            <a:gdLst/>
            <a:ahLst/>
            <a:cxnLst/>
            <a:rect l="l" t="t" r="r" b="b"/>
            <a:pathLst>
              <a:path w="4884420" h="4384675">
                <a:moveTo>
                  <a:pt x="4759632" y="0"/>
                </a:moveTo>
                <a:lnTo>
                  <a:pt x="0" y="0"/>
                </a:lnTo>
                <a:lnTo>
                  <a:pt x="0" y="4260108"/>
                </a:lnTo>
                <a:lnTo>
                  <a:pt x="124479" y="4384588"/>
                </a:lnTo>
                <a:lnTo>
                  <a:pt x="4884112" y="4384588"/>
                </a:lnTo>
                <a:lnTo>
                  <a:pt x="4884112" y="124480"/>
                </a:lnTo>
                <a:lnTo>
                  <a:pt x="475963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92824" y="1687996"/>
            <a:ext cx="5317576" cy="1054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76325" algn="l"/>
              </a:tabLst>
            </a:pPr>
            <a:r>
              <a:rPr sz="1400" u="heavy" spc="-10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u="heavy" spc="-15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globa</a:t>
            </a:r>
            <a:r>
              <a:rPr sz="1400" spc="-15" dirty="0">
                <a:latin typeface="Comic Sans MS" panose="030F0702030302020204" pitchFamily="66" charset="0"/>
                <a:cs typeface="Lucida Console" panose="020B0609040504020204"/>
              </a:rPr>
              <a:t>l</a:t>
            </a:r>
            <a:r>
              <a:rPr sz="1400" u="heavy" spc="-10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u="heavy" dirty="0">
                <a:latin typeface="Comic Sans MS" panose="030F0702030302020204" pitchFamily="66" charset="0"/>
                <a:cs typeface="Lucida Console" panose="020B0609040504020204"/>
              </a:rPr>
              <a:t>	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voi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d</a:t>
            </a:r>
            <a:r>
              <a:rPr sz="1400" spc="-15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setValue(in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t</a:t>
            </a:r>
            <a:r>
              <a:rPr sz="1400" spc="-15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*ptr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sz="1400" spc="-15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in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t</a:t>
            </a:r>
            <a:r>
              <a:rPr sz="1400" spc="-15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index,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{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  <a:p>
            <a:pPr marL="225425">
              <a:lnSpc>
                <a:spcPts val="1645"/>
              </a:lnSpc>
              <a:spcBef>
                <a:spcPts val="25"/>
              </a:spcBef>
            </a:pP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ptr[index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]</a:t>
            </a: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=</a:t>
            </a:r>
            <a:r>
              <a:rPr sz="1400" spc="-15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val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;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  <a:p>
            <a:pPr marL="12700">
              <a:lnSpc>
                <a:spcPts val="1645"/>
              </a:lnSpc>
            </a:pP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}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76043" y="1903229"/>
            <a:ext cx="877569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in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t</a:t>
            </a:r>
            <a:r>
              <a:rPr sz="1400" spc="-15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val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)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2824" y="3184564"/>
            <a:ext cx="3031576" cy="6404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5425" marR="642620" indent="-212725">
              <a:lnSpc>
                <a:spcPct val="101000"/>
              </a:lnSpc>
            </a:pP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voi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d</a:t>
            </a:r>
            <a:r>
              <a:rPr sz="1400" spc="-15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foo(in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t</a:t>
            </a:r>
            <a:r>
              <a:rPr sz="1400" spc="-15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size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)</a:t>
            </a: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{</a:t>
            </a:r>
            <a:endParaRPr lang="en-US" sz="1400" spc="-10" dirty="0">
              <a:latin typeface="Comic Sans MS" panose="030F0702030302020204" pitchFamily="66" charset="0"/>
              <a:cs typeface="Lucida Console" panose="020B0609040504020204"/>
            </a:endParaRPr>
          </a:p>
          <a:p>
            <a:pPr marL="225425" marR="642620" indent="-212725">
              <a:lnSpc>
                <a:spcPct val="101000"/>
              </a:lnSpc>
            </a:pPr>
            <a:r>
              <a:rPr lang="en-US" sz="1400" spc="-10" dirty="0">
                <a:latin typeface="Comic Sans MS" panose="030F0702030302020204" pitchFamily="66" charset="0"/>
                <a:cs typeface="Lucida Console" panose="020B0609040504020204"/>
              </a:rPr>
              <a:t>	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cha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r</a:t>
            </a:r>
            <a:r>
              <a:rPr sz="1400" spc="-15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*data;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  <a:p>
            <a:pPr marL="225425">
              <a:lnSpc>
                <a:spcPts val="1610"/>
              </a:lnSpc>
            </a:pPr>
            <a:r>
              <a:rPr sz="1400" spc="-2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cudaMallocManaged</a:t>
            </a: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(&amp;data,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51253" y="3616511"/>
            <a:ext cx="66357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size);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05549" y="4038004"/>
            <a:ext cx="236537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memset(data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 0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sz="1400" spc="-15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size);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05549" y="4467772"/>
            <a:ext cx="3748404" cy="407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10"/>
              </a:lnSpc>
            </a:pP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setValue&lt;&lt;&lt;...&gt;&gt;&gt;(data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sz="1400" spc="-25" dirty="0">
                <a:latin typeface="Comic Sans MS" panose="030F0702030302020204" pitchFamily="66" charset="0"/>
                <a:cs typeface="Lucida Console" panose="020B0609040504020204"/>
              </a:rPr>
              <a:t> </a:t>
            </a: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size/2</a:t>
            </a: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,</a:t>
            </a: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 5); cudaDeviceSynchronize();</a:t>
            </a:r>
            <a:endParaRPr sz="140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05549" y="5104804"/>
            <a:ext cx="151447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useData(data);</a:t>
            </a:r>
            <a:endParaRPr sz="140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5549" y="5534572"/>
            <a:ext cx="162115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20" dirty="0">
                <a:solidFill>
                  <a:srgbClr val="76B900"/>
                </a:solidFill>
                <a:latin typeface="Comic Sans MS" panose="030F0702030302020204" pitchFamily="66" charset="0"/>
                <a:cs typeface="Lucida Console" panose="020B0609040504020204"/>
              </a:rPr>
              <a:t>cudaFree</a:t>
            </a:r>
            <a:r>
              <a:rPr sz="1400" spc="-20" dirty="0">
                <a:latin typeface="Comic Sans MS" panose="030F0702030302020204" pitchFamily="66" charset="0"/>
                <a:cs typeface="Lucida Console" panose="020B0609040504020204"/>
              </a:rPr>
              <a:t>(data);</a:t>
            </a:r>
            <a:endParaRPr sz="1400" dirty="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92824" y="5738788"/>
            <a:ext cx="13271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latin typeface="Comic Sans MS" panose="030F0702030302020204" pitchFamily="66" charset="0"/>
                <a:cs typeface="Lucida Console" panose="020B0609040504020204"/>
              </a:rPr>
              <a:t>}</a:t>
            </a:r>
            <a:endParaRPr sz="1400">
              <a:latin typeface="Comic Sans MS" panose="030F0702030302020204" pitchFamily="66" charset="0"/>
              <a:cs typeface="Lucida Console" panose="020B060904050402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620138" y="3609285"/>
            <a:ext cx="1871345" cy="76200"/>
          </a:xfrm>
          <a:custGeom>
            <a:avLst/>
            <a:gdLst/>
            <a:ahLst/>
            <a:cxnLst/>
            <a:rect l="l" t="t" r="r" b="b"/>
            <a:pathLst>
              <a:path w="187134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7625"/>
                </a:lnTo>
                <a:lnTo>
                  <a:pt x="63500" y="47625"/>
                </a:lnTo>
                <a:lnTo>
                  <a:pt x="63500" y="28575"/>
                </a:lnTo>
                <a:lnTo>
                  <a:pt x="76200" y="28575"/>
                </a:lnTo>
                <a:lnTo>
                  <a:pt x="76200" y="0"/>
                </a:lnTo>
                <a:close/>
              </a:path>
              <a:path w="1871345" h="76200">
                <a:moveTo>
                  <a:pt x="76200" y="28575"/>
                </a:moveTo>
                <a:lnTo>
                  <a:pt x="76200" y="47625"/>
                </a:lnTo>
                <a:lnTo>
                  <a:pt x="1871092" y="47626"/>
                </a:lnTo>
                <a:lnTo>
                  <a:pt x="1871092" y="28576"/>
                </a:lnTo>
                <a:lnTo>
                  <a:pt x="76200" y="28575"/>
                </a:lnTo>
                <a:close/>
              </a:path>
              <a:path w="1871345" h="76200">
                <a:moveTo>
                  <a:pt x="63500" y="28575"/>
                </a:moveTo>
                <a:lnTo>
                  <a:pt x="63500" y="47625"/>
                </a:lnTo>
                <a:lnTo>
                  <a:pt x="76200" y="47625"/>
                </a:lnTo>
                <a:lnTo>
                  <a:pt x="76200" y="28575"/>
                </a:lnTo>
                <a:lnTo>
                  <a:pt x="63500" y="28575"/>
                </a:lnTo>
                <a:close/>
              </a:path>
              <a:path w="1871345" h="76200">
                <a:moveTo>
                  <a:pt x="76200" y="28575"/>
                </a:moveTo>
                <a:lnTo>
                  <a:pt x="63500" y="28575"/>
                </a:lnTo>
                <a:lnTo>
                  <a:pt x="7620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69807" y="3508807"/>
            <a:ext cx="271589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U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fi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d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M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em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y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20" dirty="0">
                <a:latin typeface="Comic Sans MS" panose="030F0702030302020204" pitchFamily="66" charset="0"/>
                <a:cs typeface="Calibri" panose="020F0502020204030204" pitchFamily="34" charset="0"/>
              </a:rPr>
              <a:t>ll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oc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tion</a:t>
            </a:r>
            <a:endParaRPr sz="18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620138" y="4116067"/>
            <a:ext cx="1871345" cy="76200"/>
          </a:xfrm>
          <a:custGeom>
            <a:avLst/>
            <a:gdLst/>
            <a:ahLst/>
            <a:cxnLst/>
            <a:rect l="l" t="t" r="r" b="b"/>
            <a:pathLst>
              <a:path w="187134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7625"/>
                </a:lnTo>
                <a:lnTo>
                  <a:pt x="63501" y="47625"/>
                </a:lnTo>
                <a:lnTo>
                  <a:pt x="63501" y="28575"/>
                </a:lnTo>
                <a:lnTo>
                  <a:pt x="76200" y="28575"/>
                </a:lnTo>
                <a:lnTo>
                  <a:pt x="76200" y="0"/>
                </a:lnTo>
                <a:close/>
              </a:path>
              <a:path w="1871345" h="76200">
                <a:moveTo>
                  <a:pt x="76200" y="28575"/>
                </a:moveTo>
                <a:lnTo>
                  <a:pt x="63501" y="28575"/>
                </a:lnTo>
                <a:lnTo>
                  <a:pt x="63501" y="47625"/>
                </a:lnTo>
                <a:lnTo>
                  <a:pt x="76200" y="47625"/>
                </a:lnTo>
                <a:lnTo>
                  <a:pt x="76200" y="28575"/>
                </a:lnTo>
                <a:close/>
              </a:path>
              <a:path w="1871345" h="76200">
                <a:moveTo>
                  <a:pt x="1871094" y="28575"/>
                </a:moveTo>
                <a:lnTo>
                  <a:pt x="76200" y="28575"/>
                </a:lnTo>
                <a:lnTo>
                  <a:pt x="76200" y="47625"/>
                </a:lnTo>
                <a:lnTo>
                  <a:pt x="1871094" y="47625"/>
                </a:lnTo>
                <a:lnTo>
                  <a:pt x="1871094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049107" y="4540369"/>
            <a:ext cx="1442720" cy="76200"/>
          </a:xfrm>
          <a:custGeom>
            <a:avLst/>
            <a:gdLst/>
            <a:ahLst/>
            <a:cxnLst/>
            <a:rect l="l" t="t" r="r" b="b"/>
            <a:pathLst>
              <a:path w="1442720" h="76200">
                <a:moveTo>
                  <a:pt x="76212" y="0"/>
                </a:moveTo>
                <a:lnTo>
                  <a:pt x="0" y="38073"/>
                </a:lnTo>
                <a:lnTo>
                  <a:pt x="76186" y="76199"/>
                </a:lnTo>
                <a:lnTo>
                  <a:pt x="76196" y="47624"/>
                </a:lnTo>
                <a:lnTo>
                  <a:pt x="63494" y="47619"/>
                </a:lnTo>
                <a:lnTo>
                  <a:pt x="63502" y="28569"/>
                </a:lnTo>
                <a:lnTo>
                  <a:pt x="76202" y="28569"/>
                </a:lnTo>
                <a:lnTo>
                  <a:pt x="76212" y="0"/>
                </a:lnTo>
                <a:close/>
              </a:path>
              <a:path w="1442720" h="76200">
                <a:moveTo>
                  <a:pt x="76202" y="28574"/>
                </a:moveTo>
                <a:lnTo>
                  <a:pt x="76196" y="47624"/>
                </a:lnTo>
                <a:lnTo>
                  <a:pt x="1442120" y="48098"/>
                </a:lnTo>
                <a:lnTo>
                  <a:pt x="1442126" y="29048"/>
                </a:lnTo>
                <a:lnTo>
                  <a:pt x="76202" y="28574"/>
                </a:lnTo>
                <a:close/>
              </a:path>
              <a:path w="1442720" h="76200">
                <a:moveTo>
                  <a:pt x="63502" y="28569"/>
                </a:moveTo>
                <a:lnTo>
                  <a:pt x="63494" y="47619"/>
                </a:lnTo>
                <a:lnTo>
                  <a:pt x="76196" y="47624"/>
                </a:lnTo>
                <a:lnTo>
                  <a:pt x="76202" y="28574"/>
                </a:lnTo>
                <a:lnTo>
                  <a:pt x="63502" y="285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Comic Sans MS" panose="030F0702030302020204" pitchFamily="66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69089" y="4036111"/>
            <a:ext cx="2568575" cy="12005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2225">
              <a:lnSpc>
                <a:spcPct val="150000"/>
              </a:lnSpc>
            </a:pP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Ac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s 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20" dirty="0"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v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20" dirty="0"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u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s 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 C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U 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Ac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s 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ne 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v</a:t>
            </a:r>
            <a:r>
              <a:rPr sz="1800" spc="5" dirty="0"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1800" spc="-20" dirty="0"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ue 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r>
              <a:rPr sz="1800" spc="-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1800" spc="-10" dirty="0">
                <a:latin typeface="Comic Sans MS" panose="030F0702030302020204" pitchFamily="66" charset="0"/>
                <a:cs typeface="Calibri" panose="020F0502020204030204" pitchFamily="34" charset="0"/>
              </a:rPr>
              <a:t>G</a:t>
            </a:r>
            <a:r>
              <a:rPr sz="1800" spc="-15" dirty="0"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1800" dirty="0">
                <a:latin typeface="Comic Sans MS" panose="030F0702030302020204" pitchFamily="66" charset="0"/>
                <a:cs typeface="Calibri" panose="020F0502020204030204" pitchFamily="34" charset="0"/>
              </a:rPr>
              <a:t>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601</Words>
  <Application>Microsoft Office PowerPoint</Application>
  <PresentationFormat>自定义</PresentationFormat>
  <Paragraphs>115</Paragraphs>
  <Slides>9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微软雅黑</vt:lpstr>
      <vt:lpstr>Arial</vt:lpstr>
      <vt:lpstr>Calibri</vt:lpstr>
      <vt:lpstr>Comic Sans MS</vt:lpstr>
      <vt:lpstr>1_Office 主题​​</vt:lpstr>
      <vt:lpstr>CUDA UNIFIED MEMORY</vt:lpstr>
      <vt:lpstr>AGENDA</vt:lpstr>
      <vt:lpstr>PowerPoint 演示文稿</vt:lpstr>
      <vt:lpstr>INTRODUCING UNIFIED MEMORY  WITH DEMAND PAGING</vt:lpstr>
      <vt:lpstr>UNIFIED MEMORY Reduce Developer Effort</vt:lpstr>
      <vt:lpstr>CUDA 8+: UNIFIED MEMORY Demand Paging For Pascal and Beyond</vt:lpstr>
      <vt:lpstr>SIMPLIFIED MEMORY MANAGEMENT CODE</vt:lpstr>
      <vt:lpstr>SIMPLIFIED MEMORY MANAGEMENT CODE</vt:lpstr>
      <vt:lpstr>UNIFIED MEMORY EXAMPLE With On-Demand Paging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達富 鍾</cp:lastModifiedBy>
  <cp:revision>93</cp:revision>
  <dcterms:created xsi:type="dcterms:W3CDTF">2020-12-06T21:05:00Z</dcterms:created>
  <dcterms:modified xsi:type="dcterms:W3CDTF">2026-01-14T09:26:15Z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2020-06-16T00:00:00Z</vt:filetime>
  </property>
  <property fmtid="{D5CDD505-2E9C-101B-9397-08002B2CF9AE}" pid="3" name="LastSaved">
    <vt:filetime>2020-12-07T00:00:00Z</vt:filetime>
  </property>
  <property fmtid="{D5CDD505-2E9C-101B-9397-08002B2CF9AE}" pid="4" name="ICV">
    <vt:lpwstr>1A299E2EFDAB44DF914927B3AC2C424E</vt:lpwstr>
  </property>
  <property fmtid="{D5CDD505-2E9C-101B-9397-08002B2CF9AE}" pid="5" name="KSOProductBuildVer">
    <vt:lpwstr>2052-11.1.0.11294</vt:lpwstr>
  </property>
</Properties>
</file>